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6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8300"/>
    <a:srgbClr val="D6A300"/>
    <a:srgbClr val="0C3548"/>
    <a:srgbClr val="FFE48F"/>
    <a:srgbClr val="FFE285"/>
    <a:srgbClr val="FC8C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0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rsten Heinze" userId="8373ecd2-b5b9-4b48-849d-3bee853f6cc0" providerId="ADAL" clId="{33E4F197-D015-42C7-A91E-E5AC6843AD16}"/>
    <pc:docChg chg="undo redo custSel addSld delSld modSld sldOrd modMainMaster">
      <pc:chgData name="Thorsten Heinze" userId="8373ecd2-b5b9-4b48-849d-3bee853f6cc0" providerId="ADAL" clId="{33E4F197-D015-42C7-A91E-E5AC6843AD16}" dt="2026-07-02T08:55:53.373" v="3445" actId="47"/>
      <pc:docMkLst>
        <pc:docMk/>
      </pc:docMkLst>
      <pc:sldChg chg="del">
        <pc:chgData name="Thorsten Heinze" userId="8373ecd2-b5b9-4b48-849d-3bee853f6cc0" providerId="ADAL" clId="{33E4F197-D015-42C7-A91E-E5AC6843AD16}" dt="2026-07-02T08:55:53.373" v="3445" actId="47"/>
        <pc:sldMkLst>
          <pc:docMk/>
          <pc:sldMk cId="2156561708" sldId="257"/>
        </pc:sldMkLst>
      </pc:sldChg>
      <pc:sldChg chg="del">
        <pc:chgData name="Thorsten Heinze" userId="8373ecd2-b5b9-4b48-849d-3bee853f6cc0" providerId="ADAL" clId="{33E4F197-D015-42C7-A91E-E5AC6843AD16}" dt="2026-07-02T08:55:53.373" v="3445" actId="47"/>
        <pc:sldMkLst>
          <pc:docMk/>
          <pc:sldMk cId="2362679788" sldId="261"/>
        </pc:sldMkLst>
      </pc:sldChg>
      <pc:sldChg chg="addSp delSp modSp del mod">
        <pc:chgData name="Thorsten Heinze" userId="8373ecd2-b5b9-4b48-849d-3bee853f6cc0" providerId="ADAL" clId="{33E4F197-D015-42C7-A91E-E5AC6843AD16}" dt="2026-07-02T08:55:53.373" v="3445" actId="47"/>
        <pc:sldMkLst>
          <pc:docMk/>
          <pc:sldMk cId="350358792" sldId="262"/>
        </pc:sldMkLst>
      </pc:sldChg>
      <pc:sldChg chg="del">
        <pc:chgData name="Thorsten Heinze" userId="8373ecd2-b5b9-4b48-849d-3bee853f6cc0" providerId="ADAL" clId="{33E4F197-D015-42C7-A91E-E5AC6843AD16}" dt="2026-07-02T08:55:53.373" v="3445" actId="47"/>
        <pc:sldMkLst>
          <pc:docMk/>
          <pc:sldMk cId="3554641146" sldId="263"/>
        </pc:sldMkLst>
      </pc:sldChg>
      <pc:sldChg chg="del">
        <pc:chgData name="Thorsten Heinze" userId="8373ecd2-b5b9-4b48-849d-3bee853f6cc0" providerId="ADAL" clId="{33E4F197-D015-42C7-A91E-E5AC6843AD16}" dt="2026-07-02T08:55:53.373" v="3445" actId="47"/>
        <pc:sldMkLst>
          <pc:docMk/>
          <pc:sldMk cId="541643106" sldId="265"/>
        </pc:sldMkLst>
      </pc:sldChg>
      <pc:sldChg chg="del">
        <pc:chgData name="Thorsten Heinze" userId="8373ecd2-b5b9-4b48-849d-3bee853f6cc0" providerId="ADAL" clId="{33E4F197-D015-42C7-A91E-E5AC6843AD16}" dt="2026-07-02T08:55:53.373" v="3445" actId="47"/>
        <pc:sldMkLst>
          <pc:docMk/>
          <pc:sldMk cId="1477588287" sldId="266"/>
        </pc:sldMkLst>
      </pc:sldChg>
      <pc:sldChg chg="addSp delSp modSp del mod">
        <pc:chgData name="Thorsten Heinze" userId="8373ecd2-b5b9-4b48-849d-3bee853f6cc0" providerId="ADAL" clId="{33E4F197-D015-42C7-A91E-E5AC6843AD16}" dt="2026-07-02T08:55:53.373" v="3445" actId="47"/>
        <pc:sldMkLst>
          <pc:docMk/>
          <pc:sldMk cId="1303016700" sldId="267"/>
        </pc:sldMkLst>
      </pc:sldChg>
      <pc:sldChg chg="addSp delSp setBg delDesignElem">
        <pc:chgData name="Thorsten Heinze" userId="8373ecd2-b5b9-4b48-849d-3bee853f6cc0" providerId="ADAL" clId="{33E4F197-D015-42C7-A91E-E5AC6843AD16}" dt="2026-06-23T17:05:29.721" v="902"/>
        <pc:sldMkLst>
          <pc:docMk/>
          <pc:sldMk cId="1514908093" sldId="269"/>
        </pc:sldMkLst>
        <pc:spChg chg="add del">
          <ac:chgData name="Thorsten Heinze" userId="8373ecd2-b5b9-4b48-849d-3bee853f6cc0" providerId="ADAL" clId="{33E4F197-D015-42C7-A91E-E5AC6843AD16}" dt="2026-06-23T17:05:29.721" v="902"/>
          <ac:spMkLst>
            <pc:docMk/>
            <pc:sldMk cId="1514908093" sldId="269"/>
            <ac:spMk id="13" creationId="{EFA9B6C6-A247-48A8-9A1C-1E36FA9456B5}"/>
          </ac:spMkLst>
        </pc:spChg>
        <pc:spChg chg="add del">
          <ac:chgData name="Thorsten Heinze" userId="8373ecd2-b5b9-4b48-849d-3bee853f6cc0" providerId="ADAL" clId="{33E4F197-D015-42C7-A91E-E5AC6843AD16}" dt="2026-06-23T17:05:29.721" v="902"/>
          <ac:spMkLst>
            <pc:docMk/>
            <pc:sldMk cId="1514908093" sldId="269"/>
            <ac:spMk id="15" creationId="{C5CB530E-515E-412C-9DF1-5F8FFBD6F383}"/>
          </ac:spMkLst>
        </pc:spChg>
        <pc:spChg chg="add del">
          <ac:chgData name="Thorsten Heinze" userId="8373ecd2-b5b9-4b48-849d-3bee853f6cc0" providerId="ADAL" clId="{33E4F197-D015-42C7-A91E-E5AC6843AD16}" dt="2026-06-23T17:05:29.721" v="902"/>
          <ac:spMkLst>
            <pc:docMk/>
            <pc:sldMk cId="1514908093" sldId="269"/>
            <ac:spMk id="17" creationId="{712D4376-A578-4FF1-94FC-245E7A6A489F}"/>
          </ac:spMkLst>
        </pc:spChg>
        <pc:spChg chg="add del">
          <ac:chgData name="Thorsten Heinze" userId="8373ecd2-b5b9-4b48-849d-3bee853f6cc0" providerId="ADAL" clId="{33E4F197-D015-42C7-A91E-E5AC6843AD16}" dt="2026-06-23T17:05:29.721" v="902"/>
          <ac:spMkLst>
            <pc:docMk/>
            <pc:sldMk cId="1514908093" sldId="269"/>
            <ac:spMk id="19" creationId="{AEA7509D-F04F-40CB-A0B3-EEF16499CC9F}"/>
          </ac:spMkLst>
        </pc:spChg>
        <pc:cxnChg chg="add del">
          <ac:chgData name="Thorsten Heinze" userId="8373ecd2-b5b9-4b48-849d-3bee853f6cc0" providerId="ADAL" clId="{33E4F197-D015-42C7-A91E-E5AC6843AD16}" dt="2026-06-23T17:05:29.721" v="902"/>
          <ac:cxnSpMkLst>
            <pc:docMk/>
            <pc:sldMk cId="1514908093" sldId="269"/>
            <ac:cxnSpMk id="21" creationId="{56020367-4FD5-4596-8E10-C5F095CD8DBF}"/>
          </ac:cxnSpMkLst>
        </pc:cxnChg>
      </pc:sldChg>
      <pc:sldChg chg="addSp delSp modSp del mod setBg delDesignElem">
        <pc:chgData name="Thorsten Heinze" userId="8373ecd2-b5b9-4b48-849d-3bee853f6cc0" providerId="ADAL" clId="{33E4F197-D015-42C7-A91E-E5AC6843AD16}" dt="2026-07-02T08:55:53.373" v="3445" actId="47"/>
        <pc:sldMkLst>
          <pc:docMk/>
          <pc:sldMk cId="3313364984" sldId="271"/>
        </pc:sldMkLst>
      </pc:sldChg>
      <pc:sldChg chg="addSp delSp modSp add del mod ord delDesignElem">
        <pc:chgData name="Thorsten Heinze" userId="8373ecd2-b5b9-4b48-849d-3bee853f6cc0" providerId="ADAL" clId="{33E4F197-D015-42C7-A91E-E5AC6843AD16}" dt="2026-07-02T08:55:53.373" v="3445" actId="47"/>
        <pc:sldMkLst>
          <pc:docMk/>
          <pc:sldMk cId="3940105847" sldId="274"/>
        </pc:sldMkLst>
      </pc:sldChg>
      <pc:sldChg chg="addSp delSp modSp add del mod">
        <pc:chgData name="Thorsten Heinze" userId="8373ecd2-b5b9-4b48-849d-3bee853f6cc0" providerId="ADAL" clId="{33E4F197-D015-42C7-A91E-E5AC6843AD16}" dt="2026-07-02T08:55:53.373" v="3445" actId="47"/>
        <pc:sldMkLst>
          <pc:docMk/>
          <pc:sldMk cId="517113599" sldId="275"/>
        </pc:sldMkLst>
      </pc:sldChg>
      <pc:sldChg chg="addSp delSp modSp new del mod">
        <pc:chgData name="Thorsten Heinze" userId="8373ecd2-b5b9-4b48-849d-3bee853f6cc0" providerId="ADAL" clId="{33E4F197-D015-42C7-A91E-E5AC6843AD16}" dt="2026-07-02T08:55:53.373" v="3445" actId="47"/>
        <pc:sldMkLst>
          <pc:docMk/>
          <pc:sldMk cId="1820569021" sldId="277"/>
        </pc:sldMkLst>
      </pc:sldChg>
      <pc:sldMasterChg chg="setBg modSldLayout">
        <pc:chgData name="Thorsten Heinze" userId="8373ecd2-b5b9-4b48-849d-3bee853f6cc0" providerId="ADAL" clId="{33E4F197-D015-42C7-A91E-E5AC6843AD16}" dt="2026-06-23T16:27:42.976" v="16"/>
        <pc:sldMasterMkLst>
          <pc:docMk/>
          <pc:sldMasterMk cId="1376196047" sldId="2147483648"/>
        </pc:sldMasterMkLst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3298373701" sldId="2147483649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2340864458" sldId="2147483650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917757961" sldId="2147483651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3483992217" sldId="2147483652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4205519675" sldId="2147483653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3892674344" sldId="2147483654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567306326" sldId="2147483655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4144702554" sldId="2147483656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596900119" sldId="2147483657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3970499890" sldId="2147483658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2185816323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3441FB-3C8D-7FDA-EA03-5DDE8861A2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070D5DC-449A-26FA-C48A-58EB50E16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616AC5-95CB-9F6C-B0AB-5E5160B7C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E1F4C0-66C0-C8D3-799F-140300805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9E886E-E7BE-051D-F385-3B8259358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8373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DD7E11-1DB9-25B0-27A6-A19A7A95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D83747-5E05-C06A-9B75-682BA98D1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9FE8B9-8589-84EA-D66F-0A19CADF6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41B0CD-4C96-9332-31EB-09E94CC53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7BF47E-DFE6-4C5C-F094-EAFD1778A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0864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9FE03A-B15C-72F5-3778-8BC98A3CF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CCDA95-157D-9A1F-523C-15AF05953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2B12C8-EAD3-FF26-5137-8C058C9E2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F7633C-56AF-7DAE-666B-DD8A412D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4C6F91-065F-4C4B-053E-5625B6810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7757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0B1B66-4D9E-D3D3-584F-97609CB36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C0107D-BBE4-E384-7274-EA71B99C10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74BC2EC-4D93-C03B-9170-477FD17C1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8E210C-86C6-7600-CE6B-992E51294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B31B8D0-B8C6-07D4-2134-23B400471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97C03B4-BC6F-97E9-16A4-978E2894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3992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09D49E-9550-BECF-4EA1-DFEB07336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A28A71-2F8F-05C7-E7D9-C9EFDCA5B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7246C7A-35E8-FE3E-8A61-4C57F082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7F58D0F-39C3-458D-7E72-851CBE0E2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49A1CE7-B640-F6BA-272C-AA5C671D6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C4F4183-FCCB-5EFD-7054-56DA7C45A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992EC90-C786-9DF7-456D-89F694A27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1498CF0-0A03-A01D-CA39-7F192438A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5519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24D286-2612-2676-958A-636DEAC54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3A16EE8-9C3D-10D1-2593-FDE8D0974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C41F5A-AC32-3306-ABB9-F7A1D3391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F8F6230-BD04-5F20-F267-7DB921A02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2674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BF366B7-81A3-7E2E-69BE-29B817176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B8AB019-0F5C-8F14-85A5-247B261C8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DE83D03-3C0A-3D96-81B2-8EEF96277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730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0EA9D6-FB57-F007-E28D-B47A93601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183C11-16A5-02CD-38D4-331AA8673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D4D0615-0D51-F75D-1662-97F01AAD7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0610F82-BCC4-54BE-7F67-EEFD77788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761870B-0D02-23BE-C444-4FE7EB57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EFCDE7-BE72-08A8-D844-2F04ECAFF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4702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B12888-F729-3F22-A14A-2AA4B6346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F3D230B-C330-6666-D5F7-5D777AA546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1B1ECB7-8C01-EF59-4539-03A1F8737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199629-100B-751E-40C2-38433C6F8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AA728D1-E4DE-9275-CFD2-92B071A6F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636317A-7AC5-5EA3-210E-AA0AD90DD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6900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34DCD3-0E17-9DF1-D7FD-541D100B2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D8AC2C2-E26C-B51B-09CE-C0076CA8D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99A97E-58E5-A0B5-FE5F-0AC1731DA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8D11BC-45EB-FC23-A593-0E3CD150D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C91077-76E9-6172-1B2C-06D799EA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49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A2E9EB4-6D5D-FE26-98C4-BB6B071DB4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0678EE3-2241-FA15-83D7-B452755FE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0585CE-01B2-67F1-B8E2-8AF80C0F8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3A83A1-61E1-BB8D-D836-FCA5AD742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7C048A-B047-56F1-ADF6-9419667A5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5816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49DEA1F-58C4-BED8-2268-412051CCF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B67195E-DEF8-9A92-62F0-E8A173649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B4B8C3-0520-5E4B-1F56-B777954FFB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4DC54B-1C63-BA75-DD54-7A7B3F81B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49A403-C4E7-1BF4-8628-6C1FEF08C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6196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14F30D6-2519-3B92-7CBF-44CC8D394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261" y="590062"/>
            <a:ext cx="5516340" cy="2838938"/>
          </a:xfrm>
        </p:spPr>
        <p:txBody>
          <a:bodyPr>
            <a:normAutofit/>
          </a:bodyPr>
          <a:lstStyle/>
          <a:p>
            <a:pPr algn="l"/>
            <a:r>
              <a:rPr lang="de-DE" sz="4300" dirty="0" err="1">
                <a:solidFill>
                  <a:srgbClr val="FFFFFF"/>
                </a:solidFill>
              </a:rPr>
              <a:t>AutomationArchitecture</a:t>
            </a:r>
            <a:endParaRPr lang="de-DE" sz="4300" dirty="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26FA12F-A6C1-5AC2-9866-C10190BA7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2044" y="4698614"/>
            <a:ext cx="5088650" cy="1198120"/>
          </a:xfrm>
        </p:spPr>
        <p:txBody>
          <a:bodyPr>
            <a:normAutofit/>
          </a:bodyPr>
          <a:lstStyle/>
          <a:p>
            <a:pPr algn="r"/>
            <a:r>
              <a:rPr lang="de-DE" sz="2000" dirty="0">
                <a:solidFill>
                  <a:srgbClr val="FFFFFF"/>
                </a:solidFill>
              </a:rPr>
              <a:t>Total </a:t>
            </a:r>
            <a:r>
              <a:rPr lang="de-DE" sz="2000" dirty="0" err="1">
                <a:solidFill>
                  <a:srgbClr val="FFFFFF"/>
                </a:solidFill>
              </a:rPr>
              <a:t>Overview</a:t>
            </a:r>
            <a:endParaRPr lang="de-DE" sz="2000" dirty="0">
              <a:solidFill>
                <a:srgbClr val="FFFFFF"/>
              </a:solidFill>
            </a:endParaRPr>
          </a:p>
        </p:txBody>
      </p:sp>
      <p:sp>
        <p:nvSpPr>
          <p:cNvPr id="15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908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183D6249-004F-29C8-2A4C-820DEA7C08FA}"/>
              </a:ext>
            </a:extLst>
          </p:cNvPr>
          <p:cNvSpPr/>
          <p:nvPr/>
        </p:nvSpPr>
        <p:spPr>
          <a:xfrm>
            <a:off x="2072866" y="1845889"/>
            <a:ext cx="2853775" cy="21818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1575C41-506B-84C1-83FE-583CA6D6F2DF}"/>
              </a:ext>
            </a:extLst>
          </p:cNvPr>
          <p:cNvSpPr/>
          <p:nvPr/>
        </p:nvSpPr>
        <p:spPr>
          <a:xfrm>
            <a:off x="2447234" y="327064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A4123E5-C523-C848-A7D7-EDB3C8E298D0}"/>
              </a:ext>
            </a:extLst>
          </p:cNvPr>
          <p:cNvSpPr/>
          <p:nvPr/>
        </p:nvSpPr>
        <p:spPr>
          <a:xfrm>
            <a:off x="7860651" y="3879781"/>
            <a:ext cx="2691267" cy="24667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C0108A-C49A-E734-44BC-C0D8312C2381}"/>
              </a:ext>
            </a:extLst>
          </p:cNvPr>
          <p:cNvSpPr/>
          <p:nvPr/>
        </p:nvSpPr>
        <p:spPr>
          <a:xfrm>
            <a:off x="8349656" y="2607406"/>
            <a:ext cx="2465406" cy="15301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1720E32-2778-FD76-0980-00056407BC3A}"/>
              </a:ext>
            </a:extLst>
          </p:cNvPr>
          <p:cNvSpPr/>
          <p:nvPr/>
        </p:nvSpPr>
        <p:spPr>
          <a:xfrm>
            <a:off x="5070217" y="2530708"/>
            <a:ext cx="2691267" cy="17720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A4ACFF4-1F1C-7CC6-7562-E54E1C800CB6}"/>
              </a:ext>
            </a:extLst>
          </p:cNvPr>
          <p:cNvSpPr/>
          <p:nvPr/>
        </p:nvSpPr>
        <p:spPr>
          <a:xfrm>
            <a:off x="1463407" y="480277"/>
            <a:ext cx="2426154" cy="2070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8D2A72E-2344-9F78-61BE-A7AEA7470995}"/>
              </a:ext>
            </a:extLst>
          </p:cNvPr>
          <p:cNvSpPr/>
          <p:nvPr/>
        </p:nvSpPr>
        <p:spPr>
          <a:xfrm>
            <a:off x="1852980" y="178520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2" name="Zylinder 11">
            <a:extLst>
              <a:ext uri="{FF2B5EF4-FFF2-40B4-BE49-F238E27FC236}">
                <a16:creationId xmlns:a16="http://schemas.microsoft.com/office/drawing/2014/main" id="{FA9797EB-2EF5-F6B1-C231-83409E2BC33A}"/>
              </a:ext>
            </a:extLst>
          </p:cNvPr>
          <p:cNvSpPr/>
          <p:nvPr/>
        </p:nvSpPr>
        <p:spPr>
          <a:xfrm>
            <a:off x="3694241" y="1532710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CandidateDS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13" name="Zylinder 12">
            <a:extLst>
              <a:ext uri="{FF2B5EF4-FFF2-40B4-BE49-F238E27FC236}">
                <a16:creationId xmlns:a16="http://schemas.microsoft.com/office/drawing/2014/main" id="{C8423EF7-D917-5A05-27C5-620DD8ECFD75}"/>
              </a:ext>
            </a:extLst>
          </p:cNvPr>
          <p:cNvSpPr/>
          <p:nvPr/>
        </p:nvSpPr>
        <p:spPr>
          <a:xfrm>
            <a:off x="7511409" y="3634341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OperationalDS</a:t>
            </a:r>
          </a:p>
        </p:txBody>
      </p:sp>
      <p:sp>
        <p:nvSpPr>
          <p:cNvPr id="14" name="Scrollen: vertikal 13">
            <a:extLst>
              <a:ext uri="{FF2B5EF4-FFF2-40B4-BE49-F238E27FC236}">
                <a16:creationId xmlns:a16="http://schemas.microsoft.com/office/drawing/2014/main" id="{BA8710C2-0A0E-D6F0-2889-9C9559293FE4}"/>
              </a:ext>
            </a:extLst>
          </p:cNvPr>
          <p:cNvSpPr/>
          <p:nvPr/>
        </p:nvSpPr>
        <p:spPr>
          <a:xfrm>
            <a:off x="5946140" y="4699774"/>
            <a:ext cx="1609724" cy="1303020"/>
          </a:xfrm>
          <a:prstGeom prst="verticalScroll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CurrentAlarms</a:t>
            </a:r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(</a:t>
            </a:r>
            <a:r>
              <a:rPr lang="de-DE" sz="1200" dirty="0" err="1">
                <a:solidFill>
                  <a:schemeClr val="tx1"/>
                </a:solidFill>
              </a:rPr>
              <a:t>ToDo</a:t>
            </a:r>
            <a:r>
              <a:rPr lang="de-DE" sz="1200" dirty="0">
                <a:solidFill>
                  <a:schemeClr val="tx1"/>
                </a:solidFill>
              </a:rPr>
              <a:t>-List)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8FE6C00-FA6B-5E07-BD74-72AE6BFD4A13}"/>
              </a:ext>
            </a:extLst>
          </p:cNvPr>
          <p:cNvSpPr/>
          <p:nvPr/>
        </p:nvSpPr>
        <p:spPr>
          <a:xfrm>
            <a:off x="1695869" y="87842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72C707D-5B19-6648-B7DC-E3B373B13FCE}"/>
              </a:ext>
            </a:extLst>
          </p:cNvPr>
          <p:cNvSpPr/>
          <p:nvPr/>
        </p:nvSpPr>
        <p:spPr>
          <a:xfrm>
            <a:off x="1815148" y="114131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0497E514-F054-1083-9F20-D648B9EF16E3}"/>
              </a:ext>
            </a:extLst>
          </p:cNvPr>
          <p:cNvSpPr/>
          <p:nvPr/>
        </p:nvSpPr>
        <p:spPr>
          <a:xfrm>
            <a:off x="2043737" y="2039085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9542E8BE-35CC-A187-DD60-21BB499B6F93}"/>
              </a:ext>
            </a:extLst>
          </p:cNvPr>
          <p:cNvCxnSpPr/>
          <p:nvPr/>
        </p:nvCxnSpPr>
        <p:spPr>
          <a:xfrm>
            <a:off x="55776" y="108797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812A09CD-A2C3-38F6-7511-DDEC8660D0BA}"/>
              </a:ext>
            </a:extLst>
          </p:cNvPr>
          <p:cNvCxnSpPr>
            <a:cxnSpLocks/>
          </p:cNvCxnSpPr>
          <p:nvPr/>
        </p:nvCxnSpPr>
        <p:spPr>
          <a:xfrm flipH="1" flipV="1">
            <a:off x="55776" y="1197299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15E74006-6173-E837-0931-0B0E817F6B72}"/>
              </a:ext>
            </a:extLst>
          </p:cNvPr>
          <p:cNvSpPr txBox="1"/>
          <p:nvPr/>
        </p:nvSpPr>
        <p:spPr>
          <a:xfrm>
            <a:off x="1590096" y="628736"/>
            <a:ext cx="217278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200" dirty="0"/>
              <a:t>Interpretation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18D67303-DDAF-DECE-AA32-03B1F6D1F147}"/>
              </a:ext>
            </a:extLst>
          </p:cNvPr>
          <p:cNvSpPr/>
          <p:nvPr/>
        </p:nvSpPr>
        <p:spPr>
          <a:xfrm>
            <a:off x="9679768" y="3625897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4E93A30-0B5F-83DB-0280-53C868E7D9A4}"/>
              </a:ext>
            </a:extLst>
          </p:cNvPr>
          <p:cNvSpPr txBox="1"/>
          <p:nvPr/>
        </p:nvSpPr>
        <p:spPr>
          <a:xfrm>
            <a:off x="8518657" y="2785211"/>
            <a:ext cx="242216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Measurement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148AE7B-C0D5-239A-17E3-8E744A1CFFD4}"/>
              </a:ext>
            </a:extLst>
          </p:cNvPr>
          <p:cNvSpPr/>
          <p:nvPr/>
        </p:nvSpPr>
        <p:spPr>
          <a:xfrm>
            <a:off x="9722440" y="299724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4FB7210C-B2C5-F7D9-CD9E-D196743240D4}"/>
              </a:ext>
            </a:extLst>
          </p:cNvPr>
          <p:cNvSpPr/>
          <p:nvPr/>
        </p:nvSpPr>
        <p:spPr>
          <a:xfrm>
            <a:off x="9913199" y="325112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1C5FBE3B-28EE-C967-1B35-DFA5F66CE46C}"/>
              </a:ext>
            </a:extLst>
          </p:cNvPr>
          <p:cNvCxnSpPr/>
          <p:nvPr/>
        </p:nvCxnSpPr>
        <p:spPr>
          <a:xfrm>
            <a:off x="10361150" y="307531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49496393-59F4-A14D-29BC-DEC2A62FA319}"/>
              </a:ext>
            </a:extLst>
          </p:cNvPr>
          <p:cNvCxnSpPr>
            <a:cxnSpLocks/>
          </p:cNvCxnSpPr>
          <p:nvPr/>
        </p:nvCxnSpPr>
        <p:spPr>
          <a:xfrm flipH="1" flipV="1">
            <a:off x="10361150" y="3184639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EDB618E1-5CD5-3BFC-C80E-0CCD290421B2}"/>
              </a:ext>
            </a:extLst>
          </p:cNvPr>
          <p:cNvSpPr txBox="1"/>
          <p:nvPr/>
        </p:nvSpPr>
        <p:spPr>
          <a:xfrm>
            <a:off x="5240319" y="2785211"/>
            <a:ext cx="223744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Monitoring</a:t>
            </a:r>
          </a:p>
        </p:txBody>
      </p:sp>
      <p:sp>
        <p:nvSpPr>
          <p:cNvPr id="28" name="Pfeil: nach unten 27">
            <a:extLst>
              <a:ext uri="{FF2B5EF4-FFF2-40B4-BE49-F238E27FC236}">
                <a16:creationId xmlns:a16="http://schemas.microsoft.com/office/drawing/2014/main" id="{D558B3BB-43B5-E26A-7FF4-1FDF0D444505}"/>
              </a:ext>
            </a:extLst>
          </p:cNvPr>
          <p:cNvSpPr/>
          <p:nvPr/>
        </p:nvSpPr>
        <p:spPr>
          <a:xfrm>
            <a:off x="6398340" y="4229766"/>
            <a:ext cx="220975" cy="417022"/>
          </a:xfrm>
          <a:prstGeom prst="downArrow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3C8A1593-2BFD-0F6A-8A6C-5094E383A556}"/>
              </a:ext>
            </a:extLst>
          </p:cNvPr>
          <p:cNvSpPr/>
          <p:nvPr/>
        </p:nvSpPr>
        <p:spPr>
          <a:xfrm>
            <a:off x="9245928" y="5389063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A6C7B6E6-12B3-A16E-10DB-42DABA151F4B}"/>
              </a:ext>
            </a:extLst>
          </p:cNvPr>
          <p:cNvSpPr/>
          <p:nvPr/>
        </p:nvSpPr>
        <p:spPr>
          <a:xfrm>
            <a:off x="9436687" y="564294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42056AAA-4DC3-3B38-8BC3-0F71A3800B0C}"/>
              </a:ext>
            </a:extLst>
          </p:cNvPr>
          <p:cNvSpPr/>
          <p:nvPr/>
        </p:nvSpPr>
        <p:spPr>
          <a:xfrm>
            <a:off x="9288600" y="4760413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5B858B72-19F5-815B-BCED-31A19234EFBF}"/>
              </a:ext>
            </a:extLst>
          </p:cNvPr>
          <p:cNvSpPr/>
          <p:nvPr/>
        </p:nvSpPr>
        <p:spPr>
          <a:xfrm>
            <a:off x="9479358" y="501429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6FF34E9A-EB98-F55B-0FB1-CD1A6A0B3936}"/>
              </a:ext>
            </a:extLst>
          </p:cNvPr>
          <p:cNvSpPr txBox="1"/>
          <p:nvPr/>
        </p:nvSpPr>
        <p:spPr>
          <a:xfrm>
            <a:off x="7926223" y="4423216"/>
            <a:ext cx="246540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200"/>
              <a:t>Implementation  </a:t>
            </a: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AAE8A837-CA59-F81D-CAD8-F5DF1A22B3CC}"/>
              </a:ext>
            </a:extLst>
          </p:cNvPr>
          <p:cNvCxnSpPr>
            <a:cxnSpLocks/>
          </p:cNvCxnSpPr>
          <p:nvPr/>
        </p:nvCxnSpPr>
        <p:spPr>
          <a:xfrm>
            <a:off x="10149358" y="5115458"/>
            <a:ext cx="20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C97BE0DF-B352-A85C-980E-DFBDA068755B}"/>
              </a:ext>
            </a:extLst>
          </p:cNvPr>
          <p:cNvCxnSpPr>
            <a:cxnSpLocks/>
          </p:cNvCxnSpPr>
          <p:nvPr/>
        </p:nvCxnSpPr>
        <p:spPr>
          <a:xfrm flipH="1" flipV="1">
            <a:off x="10149358" y="5224785"/>
            <a:ext cx="201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065D062B-6837-EC42-7CAB-2BCDB3F9AD86}"/>
              </a:ext>
            </a:extLst>
          </p:cNvPr>
          <p:cNvCxnSpPr/>
          <p:nvPr/>
        </p:nvCxnSpPr>
        <p:spPr>
          <a:xfrm>
            <a:off x="175056" y="139461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E328FB65-005D-2E63-EFAF-F5049760B6F6}"/>
              </a:ext>
            </a:extLst>
          </p:cNvPr>
          <p:cNvCxnSpPr>
            <a:cxnSpLocks/>
          </p:cNvCxnSpPr>
          <p:nvPr/>
        </p:nvCxnSpPr>
        <p:spPr>
          <a:xfrm flipH="1" flipV="1">
            <a:off x="175056" y="1503938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D49FBD31-CBC2-5906-EE11-19D988530817}"/>
              </a:ext>
            </a:extLst>
          </p:cNvPr>
          <p:cNvCxnSpPr/>
          <p:nvPr/>
        </p:nvCxnSpPr>
        <p:spPr>
          <a:xfrm>
            <a:off x="10551908" y="3429743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D462CA5B-818B-6F73-C3DA-197B09D90262}"/>
              </a:ext>
            </a:extLst>
          </p:cNvPr>
          <p:cNvCxnSpPr>
            <a:cxnSpLocks/>
          </p:cNvCxnSpPr>
          <p:nvPr/>
        </p:nvCxnSpPr>
        <p:spPr>
          <a:xfrm flipH="1" flipV="1">
            <a:off x="10551908" y="3539070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90C6D671-3B00-EF31-2763-6F3B6F4160F4}"/>
              </a:ext>
            </a:extLst>
          </p:cNvPr>
          <p:cNvCxnSpPr/>
          <p:nvPr/>
        </p:nvCxnSpPr>
        <p:spPr>
          <a:xfrm>
            <a:off x="10309917" y="377046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AC60F8D1-682A-62BD-CB12-C12F677B50A9}"/>
              </a:ext>
            </a:extLst>
          </p:cNvPr>
          <p:cNvCxnSpPr>
            <a:cxnSpLocks/>
          </p:cNvCxnSpPr>
          <p:nvPr/>
        </p:nvCxnSpPr>
        <p:spPr>
          <a:xfrm flipH="1" flipV="1">
            <a:off x="10309917" y="3879788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hteck 41">
            <a:extLst>
              <a:ext uri="{FF2B5EF4-FFF2-40B4-BE49-F238E27FC236}">
                <a16:creationId xmlns:a16="http://schemas.microsoft.com/office/drawing/2014/main" id="{A0D2CB19-55B0-4F8C-DF98-3EB39F22DBFB}"/>
              </a:ext>
            </a:extLst>
          </p:cNvPr>
          <p:cNvSpPr/>
          <p:nvPr/>
        </p:nvSpPr>
        <p:spPr>
          <a:xfrm>
            <a:off x="5820534" y="3449133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262C802D-440E-E5C6-047D-8E3C7EECB795}"/>
              </a:ext>
            </a:extLst>
          </p:cNvPr>
          <p:cNvSpPr/>
          <p:nvPr/>
        </p:nvSpPr>
        <p:spPr>
          <a:xfrm>
            <a:off x="6011292" y="370301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E8549BA0-4360-9122-59D1-03206E9A579F}"/>
              </a:ext>
            </a:extLst>
          </p:cNvPr>
          <p:cNvSpPr/>
          <p:nvPr/>
        </p:nvSpPr>
        <p:spPr>
          <a:xfrm>
            <a:off x="6425854" y="353451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FEE0BD48-47A5-CACC-EE11-FFD424709B6A}"/>
              </a:ext>
            </a:extLst>
          </p:cNvPr>
          <p:cNvSpPr/>
          <p:nvPr/>
        </p:nvSpPr>
        <p:spPr>
          <a:xfrm>
            <a:off x="6616611" y="378840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31807AEC-1500-9FF4-76AE-404DBDFAC7AF}"/>
              </a:ext>
            </a:extLst>
          </p:cNvPr>
          <p:cNvCxnSpPr>
            <a:cxnSpLocks/>
          </p:cNvCxnSpPr>
          <p:nvPr/>
        </p:nvCxnSpPr>
        <p:spPr>
          <a:xfrm>
            <a:off x="9925328" y="4863192"/>
            <a:ext cx="20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ED7D74FE-2DFF-5FC4-2523-00082B73BB97}"/>
              </a:ext>
            </a:extLst>
          </p:cNvPr>
          <p:cNvCxnSpPr>
            <a:cxnSpLocks/>
          </p:cNvCxnSpPr>
          <p:nvPr/>
        </p:nvCxnSpPr>
        <p:spPr>
          <a:xfrm flipH="1" flipV="1">
            <a:off x="9925328" y="4972519"/>
            <a:ext cx="201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730BCE8D-41FE-2AB2-3C57-147FE500F378}"/>
              </a:ext>
            </a:extLst>
          </p:cNvPr>
          <p:cNvCxnSpPr>
            <a:cxnSpLocks/>
          </p:cNvCxnSpPr>
          <p:nvPr/>
        </p:nvCxnSpPr>
        <p:spPr>
          <a:xfrm>
            <a:off x="9884638" y="5509843"/>
            <a:ext cx="20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44D6406A-7055-2DBA-6FA6-5092307F82E8}"/>
              </a:ext>
            </a:extLst>
          </p:cNvPr>
          <p:cNvCxnSpPr>
            <a:cxnSpLocks/>
          </p:cNvCxnSpPr>
          <p:nvPr/>
        </p:nvCxnSpPr>
        <p:spPr>
          <a:xfrm flipH="1" flipV="1">
            <a:off x="9884638" y="5619170"/>
            <a:ext cx="201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C126C495-E69F-AFA6-E982-3D0F88BACC52}"/>
              </a:ext>
            </a:extLst>
          </p:cNvPr>
          <p:cNvCxnSpPr>
            <a:cxnSpLocks/>
          </p:cNvCxnSpPr>
          <p:nvPr/>
        </p:nvCxnSpPr>
        <p:spPr>
          <a:xfrm>
            <a:off x="10075396" y="5796667"/>
            <a:ext cx="20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0E6539D3-94BC-C834-057C-8A8931387BE3}"/>
              </a:ext>
            </a:extLst>
          </p:cNvPr>
          <p:cNvCxnSpPr>
            <a:cxnSpLocks/>
          </p:cNvCxnSpPr>
          <p:nvPr/>
        </p:nvCxnSpPr>
        <p:spPr>
          <a:xfrm flipH="1" flipV="1">
            <a:off x="10075396" y="5905993"/>
            <a:ext cx="201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Pfeil: nach unten 51">
            <a:extLst>
              <a:ext uri="{FF2B5EF4-FFF2-40B4-BE49-F238E27FC236}">
                <a16:creationId xmlns:a16="http://schemas.microsoft.com/office/drawing/2014/main" id="{4A7A3F08-DE33-732B-0A58-D75F32E02926}"/>
              </a:ext>
            </a:extLst>
          </p:cNvPr>
          <p:cNvSpPr/>
          <p:nvPr/>
        </p:nvSpPr>
        <p:spPr>
          <a:xfrm rot="16200000">
            <a:off x="7657604" y="4889610"/>
            <a:ext cx="220975" cy="417022"/>
          </a:xfrm>
          <a:prstGeom prst="downArrow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53" name="Zylinder 52">
            <a:extLst>
              <a:ext uri="{FF2B5EF4-FFF2-40B4-BE49-F238E27FC236}">
                <a16:creationId xmlns:a16="http://schemas.microsoft.com/office/drawing/2014/main" id="{C6F32473-70BC-F2E9-9019-5981DAD6DD7F}"/>
              </a:ext>
            </a:extLst>
          </p:cNvPr>
          <p:cNvSpPr/>
          <p:nvPr/>
        </p:nvSpPr>
        <p:spPr>
          <a:xfrm>
            <a:off x="3694008" y="3669315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RunningDS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2EDBE470-AFE3-DF8D-D3A2-37B772BC4FE7}"/>
              </a:ext>
            </a:extLst>
          </p:cNvPr>
          <p:cNvSpPr txBox="1"/>
          <p:nvPr/>
        </p:nvSpPr>
        <p:spPr>
          <a:xfrm>
            <a:off x="2314962" y="2861284"/>
            <a:ext cx="225693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Validation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EB44F087-34F0-7A74-EB5F-18454596840E}"/>
              </a:ext>
            </a:extLst>
          </p:cNvPr>
          <p:cNvSpPr/>
          <p:nvPr/>
        </p:nvSpPr>
        <p:spPr>
          <a:xfrm>
            <a:off x="4042709" y="243935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76DE09BB-48CB-4CCF-5830-749B4393C50C}"/>
              </a:ext>
            </a:extLst>
          </p:cNvPr>
          <p:cNvSpPr/>
          <p:nvPr/>
        </p:nvSpPr>
        <p:spPr>
          <a:xfrm>
            <a:off x="2639461" y="3365334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657916EA-4CC0-7509-05E1-B712B30F9E24}"/>
              </a:ext>
            </a:extLst>
          </p:cNvPr>
          <p:cNvSpPr/>
          <p:nvPr/>
        </p:nvSpPr>
        <p:spPr>
          <a:xfrm>
            <a:off x="2962463" y="3303370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F5BFC1EB-6098-7829-D122-089F4E7C15A0}"/>
              </a:ext>
            </a:extLst>
          </p:cNvPr>
          <p:cNvSpPr/>
          <p:nvPr/>
        </p:nvSpPr>
        <p:spPr>
          <a:xfrm>
            <a:off x="3194937" y="322816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1C0F196E-806C-FEC0-0A25-86776F9FF3C3}"/>
              </a:ext>
            </a:extLst>
          </p:cNvPr>
          <p:cNvSpPr/>
          <p:nvPr/>
        </p:nvSpPr>
        <p:spPr>
          <a:xfrm>
            <a:off x="3615658" y="3181271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FACBBF8A-1FCC-438A-0A3F-D7C6504F983E}"/>
              </a:ext>
            </a:extLst>
          </p:cNvPr>
          <p:cNvSpPr/>
          <p:nvPr/>
        </p:nvSpPr>
        <p:spPr>
          <a:xfrm>
            <a:off x="3834605" y="3085771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EAAB3608-0965-5745-BD6E-5203AA47C2A3}"/>
              </a:ext>
            </a:extLst>
          </p:cNvPr>
          <p:cNvSpPr/>
          <p:nvPr/>
        </p:nvSpPr>
        <p:spPr>
          <a:xfrm>
            <a:off x="8107628" y="4905494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2316CEF7-13FB-37DA-BA4A-3A6BFBD4F55B}"/>
              </a:ext>
            </a:extLst>
          </p:cNvPr>
          <p:cNvSpPr/>
          <p:nvPr/>
        </p:nvSpPr>
        <p:spPr>
          <a:xfrm>
            <a:off x="6167024" y="1619737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tabLst>
                <a:tab pos="36000" algn="l"/>
              </a:tabLst>
            </a:pPr>
            <a:r>
              <a:rPr lang="de-DE" sz="800" dirty="0" err="1"/>
              <a:t>Pulser</a:t>
            </a:r>
            <a:endParaRPr lang="de-DE" sz="800" dirty="0"/>
          </a:p>
        </p:txBody>
      </p:sp>
      <p:pic>
        <p:nvPicPr>
          <p:cNvPr id="63" name="Grafik 62">
            <a:extLst>
              <a:ext uri="{FF2B5EF4-FFF2-40B4-BE49-F238E27FC236}">
                <a16:creationId xmlns:a16="http://schemas.microsoft.com/office/drawing/2014/main" id="{38AEF6B4-5A68-8124-1468-05B796E23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58" y="1684159"/>
            <a:ext cx="166165" cy="174914"/>
          </a:xfrm>
          <a:prstGeom prst="rect">
            <a:avLst/>
          </a:prstGeom>
        </p:spPr>
      </p:pic>
      <p:sp>
        <p:nvSpPr>
          <p:cNvPr id="64" name="Rechteck 63">
            <a:extLst>
              <a:ext uri="{FF2B5EF4-FFF2-40B4-BE49-F238E27FC236}">
                <a16:creationId xmlns:a16="http://schemas.microsoft.com/office/drawing/2014/main" id="{48CA799C-FCB5-9E59-844D-19904DF5CDBF}"/>
              </a:ext>
            </a:extLst>
          </p:cNvPr>
          <p:cNvSpPr/>
          <p:nvPr/>
        </p:nvSpPr>
        <p:spPr>
          <a:xfrm>
            <a:off x="8648829" y="3068763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A7E4105C-F19B-62F0-0515-938A3EBC60B9}"/>
              </a:ext>
            </a:extLst>
          </p:cNvPr>
          <p:cNvSpPr/>
          <p:nvPr/>
        </p:nvSpPr>
        <p:spPr>
          <a:xfrm>
            <a:off x="6354143" y="2821621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</p:spTree>
    <p:extLst>
      <p:ext uri="{BB962C8B-B14F-4D97-AF65-F5344CB8AC3E}">
        <p14:creationId xmlns:p14="http://schemas.microsoft.com/office/powerpoint/2010/main" val="840846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ced55a7-e3ff-412d-8b16-16c16d29a51e}" enabled="1" method="Privileged" siteId="{9744600e-3e04-492e-baa1-25ec245c6f1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16</Words>
  <Application>Microsoft Office PowerPoint</Application>
  <PresentationFormat>Breitbild</PresentationFormat>
  <Paragraphs>13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AutomationArchitecture</vt:lpstr>
      <vt:lpstr>PowerPoint-Präsentation</vt:lpstr>
    </vt:vector>
  </TitlesOfParts>
  <Company>Telefónica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Thorsten Heinze</dc:creator>
  <cp:lastModifiedBy>Thorsten Heinze</cp:lastModifiedBy>
  <cp:revision>1</cp:revision>
  <dcterms:created xsi:type="dcterms:W3CDTF">2026-06-23T15:25:35Z</dcterms:created>
  <dcterms:modified xsi:type="dcterms:W3CDTF">2026-07-02T08:55:56Z</dcterms:modified>
</cp:coreProperties>
</file>