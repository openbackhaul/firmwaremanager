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7" r:id="rId3"/>
    <p:sldId id="261" r:id="rId4"/>
    <p:sldId id="263" r:id="rId5"/>
    <p:sldId id="262" r:id="rId6"/>
    <p:sldId id="265" r:id="rId7"/>
    <p:sldId id="266" r:id="rId8"/>
    <p:sldId id="267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8300"/>
    <a:srgbClr val="D6A300"/>
    <a:srgbClr val="0C3548"/>
    <a:srgbClr val="FFE48F"/>
    <a:srgbClr val="FFE285"/>
    <a:srgbClr val="FC8C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14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rsten Heinze" userId="8373ecd2-b5b9-4b48-849d-3bee853f6cc0" providerId="ADAL" clId="{33E4F197-D015-42C7-A91E-E5AC6843AD16}"/>
    <pc:docChg chg="undo redo custSel addSld delSld modSld sldOrd modMainMaster">
      <pc:chgData name="Thorsten Heinze" userId="8373ecd2-b5b9-4b48-849d-3bee853f6cc0" providerId="ADAL" clId="{33E4F197-D015-42C7-A91E-E5AC6843AD16}" dt="2026-07-02T08:57:43.504" v="3484" actId="20577"/>
      <pc:docMkLst>
        <pc:docMk/>
      </pc:docMkLst>
      <pc:sldChg chg="del">
        <pc:chgData name="Thorsten Heinze" userId="8373ecd2-b5b9-4b48-849d-3bee853f6cc0" providerId="ADAL" clId="{33E4F197-D015-42C7-A91E-E5AC6843AD16}" dt="2026-07-02T08:56:16.791" v="3445" actId="47"/>
        <pc:sldMkLst>
          <pc:docMk/>
          <pc:sldMk cId="840846288" sldId="256"/>
        </pc:sldMkLst>
      </pc:sldChg>
      <pc:sldChg chg="addSp delSp modSp mod">
        <pc:chgData name="Thorsten Heinze" userId="8373ecd2-b5b9-4b48-849d-3bee853f6cc0" providerId="ADAL" clId="{33E4F197-D015-42C7-A91E-E5AC6843AD16}" dt="2026-06-24T17:05:42.108" v="3139" actId="1076"/>
        <pc:sldMkLst>
          <pc:docMk/>
          <pc:sldMk cId="350358792" sldId="262"/>
        </pc:sldMkLst>
        <pc:spChg chg="add mod">
          <ac:chgData name="Thorsten Heinze" userId="8373ecd2-b5b9-4b48-849d-3bee853f6cc0" providerId="ADAL" clId="{33E4F197-D015-42C7-A91E-E5AC6843AD16}" dt="2026-06-24T17:05:42.108" v="3139" actId="1076"/>
          <ac:spMkLst>
            <pc:docMk/>
            <pc:sldMk cId="350358792" sldId="262"/>
            <ac:spMk id="104" creationId="{B878A3EC-B269-0BF9-F3CA-6C5A1F00D218}"/>
          </ac:spMkLst>
        </pc:spChg>
      </pc:sldChg>
      <pc:sldChg chg="addSp delSp modSp mod">
        <pc:chgData name="Thorsten Heinze" userId="8373ecd2-b5b9-4b48-849d-3bee853f6cc0" providerId="ADAL" clId="{33E4F197-D015-42C7-A91E-E5AC6843AD16}" dt="2026-06-24T17:05:48.224" v="3141"/>
        <pc:sldMkLst>
          <pc:docMk/>
          <pc:sldMk cId="1303016700" sldId="267"/>
        </pc:sldMkLst>
        <pc:spChg chg="add mod">
          <ac:chgData name="Thorsten Heinze" userId="8373ecd2-b5b9-4b48-849d-3bee853f6cc0" providerId="ADAL" clId="{33E4F197-D015-42C7-A91E-E5AC6843AD16}" dt="2026-06-24T17:05:48.224" v="3141"/>
          <ac:spMkLst>
            <pc:docMk/>
            <pc:sldMk cId="1303016700" sldId="267"/>
            <ac:spMk id="5" creationId="{A7039479-4DE6-3492-02B7-B5D24FFF753F}"/>
          </ac:spMkLst>
        </pc:spChg>
      </pc:sldChg>
      <pc:sldChg chg="addSp delSp del setBg delDesignElem">
        <pc:chgData name="Thorsten Heinze" userId="8373ecd2-b5b9-4b48-849d-3bee853f6cc0" providerId="ADAL" clId="{33E4F197-D015-42C7-A91E-E5AC6843AD16}" dt="2026-07-02T08:56:16.791" v="3445" actId="47"/>
        <pc:sldMkLst>
          <pc:docMk/>
          <pc:sldMk cId="1514908093" sldId="269"/>
        </pc:sldMkLst>
      </pc:sldChg>
      <pc:sldChg chg="addSp delSp modSp mod setBg delDesignElem">
        <pc:chgData name="Thorsten Heinze" userId="8373ecd2-b5b9-4b48-849d-3bee853f6cc0" providerId="ADAL" clId="{33E4F197-D015-42C7-A91E-E5AC6843AD16}" dt="2026-07-02T08:57:43.504" v="3484" actId="20577"/>
        <pc:sldMkLst>
          <pc:docMk/>
          <pc:sldMk cId="3313364984" sldId="271"/>
        </pc:sldMkLst>
        <pc:spChg chg="mod">
          <ac:chgData name="Thorsten Heinze" userId="8373ecd2-b5b9-4b48-849d-3bee853f6cc0" providerId="ADAL" clId="{33E4F197-D015-42C7-A91E-E5AC6843AD16}" dt="2026-07-02T08:57:43.504" v="3484" actId="20577"/>
          <ac:spMkLst>
            <pc:docMk/>
            <pc:sldMk cId="3313364984" sldId="271"/>
            <ac:spMk id="3" creationId="{226FA12F-A6C1-5AC2-9866-C10190BA79DC}"/>
          </ac:spMkLst>
        </pc:spChg>
        <pc:spChg chg="add del">
          <ac:chgData name="Thorsten Heinze" userId="8373ecd2-b5b9-4b48-849d-3bee853f6cc0" providerId="ADAL" clId="{33E4F197-D015-42C7-A91E-E5AC6843AD16}" dt="2026-06-23T17:05:29.721" v="902"/>
          <ac:spMkLst>
            <pc:docMk/>
            <pc:sldMk cId="3313364984" sldId="271"/>
            <ac:spMk id="13" creationId="{EFA9B6C6-A247-48A8-9A1C-1E36FA9456B5}"/>
          </ac:spMkLst>
        </pc:spChg>
        <pc:spChg chg="add del">
          <ac:chgData name="Thorsten Heinze" userId="8373ecd2-b5b9-4b48-849d-3bee853f6cc0" providerId="ADAL" clId="{33E4F197-D015-42C7-A91E-E5AC6843AD16}" dt="2026-06-23T17:05:29.721" v="902"/>
          <ac:spMkLst>
            <pc:docMk/>
            <pc:sldMk cId="3313364984" sldId="271"/>
            <ac:spMk id="15" creationId="{C5CB530E-515E-412C-9DF1-5F8FFBD6F383}"/>
          </ac:spMkLst>
        </pc:spChg>
        <pc:spChg chg="add del">
          <ac:chgData name="Thorsten Heinze" userId="8373ecd2-b5b9-4b48-849d-3bee853f6cc0" providerId="ADAL" clId="{33E4F197-D015-42C7-A91E-E5AC6843AD16}" dt="2026-06-23T17:05:29.721" v="902"/>
          <ac:spMkLst>
            <pc:docMk/>
            <pc:sldMk cId="3313364984" sldId="271"/>
            <ac:spMk id="17" creationId="{712D4376-A578-4FF1-94FC-245E7A6A489F}"/>
          </ac:spMkLst>
        </pc:spChg>
        <pc:spChg chg="add del">
          <ac:chgData name="Thorsten Heinze" userId="8373ecd2-b5b9-4b48-849d-3bee853f6cc0" providerId="ADAL" clId="{33E4F197-D015-42C7-A91E-E5AC6843AD16}" dt="2026-06-23T17:05:29.721" v="902"/>
          <ac:spMkLst>
            <pc:docMk/>
            <pc:sldMk cId="3313364984" sldId="271"/>
            <ac:spMk id="19" creationId="{AEA7509D-F04F-40CB-A0B3-EEF16499CC9F}"/>
          </ac:spMkLst>
        </pc:spChg>
        <pc:cxnChg chg="add del">
          <ac:chgData name="Thorsten Heinze" userId="8373ecd2-b5b9-4b48-849d-3bee853f6cc0" providerId="ADAL" clId="{33E4F197-D015-42C7-A91E-E5AC6843AD16}" dt="2026-06-23T17:05:29.721" v="902"/>
          <ac:cxnSpMkLst>
            <pc:docMk/>
            <pc:sldMk cId="3313364984" sldId="271"/>
            <ac:cxnSpMk id="21" creationId="{56020367-4FD5-4596-8E10-C5F095CD8DBF}"/>
          </ac:cxnSpMkLst>
        </pc:cxnChg>
      </pc:sldChg>
      <pc:sldChg chg="addSp delSp modSp add del mod ord delDesignElem">
        <pc:chgData name="Thorsten Heinze" userId="8373ecd2-b5b9-4b48-849d-3bee853f6cc0" providerId="ADAL" clId="{33E4F197-D015-42C7-A91E-E5AC6843AD16}" dt="2026-07-02T08:56:20.504" v="3446" actId="47"/>
        <pc:sldMkLst>
          <pc:docMk/>
          <pc:sldMk cId="3940105847" sldId="274"/>
        </pc:sldMkLst>
      </pc:sldChg>
      <pc:sldChg chg="addSp delSp modSp add del mod">
        <pc:chgData name="Thorsten Heinze" userId="8373ecd2-b5b9-4b48-849d-3bee853f6cc0" providerId="ADAL" clId="{33E4F197-D015-42C7-A91E-E5AC6843AD16}" dt="2026-07-02T08:56:20.504" v="3446" actId="47"/>
        <pc:sldMkLst>
          <pc:docMk/>
          <pc:sldMk cId="517113599" sldId="275"/>
        </pc:sldMkLst>
      </pc:sldChg>
      <pc:sldChg chg="addSp delSp modSp new del mod">
        <pc:chgData name="Thorsten Heinze" userId="8373ecd2-b5b9-4b48-849d-3bee853f6cc0" providerId="ADAL" clId="{33E4F197-D015-42C7-A91E-E5AC6843AD16}" dt="2026-07-02T08:56:20.504" v="3446" actId="47"/>
        <pc:sldMkLst>
          <pc:docMk/>
          <pc:sldMk cId="1820569021" sldId="277"/>
        </pc:sldMkLst>
      </pc:sldChg>
      <pc:sldMasterChg chg="setBg modSldLayout">
        <pc:chgData name="Thorsten Heinze" userId="8373ecd2-b5b9-4b48-849d-3bee853f6cc0" providerId="ADAL" clId="{33E4F197-D015-42C7-A91E-E5AC6843AD16}" dt="2026-06-23T16:27:42.976" v="16"/>
        <pc:sldMasterMkLst>
          <pc:docMk/>
          <pc:sldMasterMk cId="1376196047" sldId="2147483648"/>
        </pc:sldMasterMkLst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3298373701" sldId="2147483649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2340864458" sldId="2147483650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917757961" sldId="2147483651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3483992217" sldId="2147483652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4205519675" sldId="2147483653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3892674344" sldId="2147483654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567306326" sldId="2147483655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4144702554" sldId="2147483656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596900119" sldId="2147483657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3970499890" sldId="2147483658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2185816323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3441FB-3C8D-7FDA-EA03-5DDE8861A2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070D5DC-449A-26FA-C48A-58EB50E16C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616AC5-95CB-9F6C-B0AB-5E5160B7C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E1F4C0-66C0-C8D3-799F-140300805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49E886E-E7BE-051D-F385-3B8259358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8373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DD7E11-1DB9-25B0-27A6-A19A7A95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D83747-5E05-C06A-9B75-682BA98D1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9FE8B9-8589-84EA-D66F-0A19CADF6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41B0CD-4C96-9332-31EB-09E94CC53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7BF47E-DFE6-4C5C-F094-EAFD1778A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0864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9FE03A-B15C-72F5-3778-8BC98A3CF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CCDA95-157D-9A1F-523C-15AF05953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2B12C8-EAD3-FF26-5137-8C058C9E2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F7633C-56AF-7DAE-666B-DD8A412D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4C6F91-065F-4C4B-053E-5625B6810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7757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0B1B66-4D9E-D3D3-584F-97609CB36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C0107D-BBE4-E384-7274-EA71B99C10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74BC2EC-4D93-C03B-9170-477FD17C1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8E210C-86C6-7600-CE6B-992E51294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B31B8D0-B8C6-07D4-2134-23B400471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97C03B4-BC6F-97E9-16A4-978E28948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3992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09D49E-9550-BECF-4EA1-DFEB07336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A28A71-2F8F-05C7-E7D9-C9EFDCA5B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7246C7A-35E8-FE3E-8A61-4C57F082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7F58D0F-39C3-458D-7E72-851CBE0E2E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49A1CE7-B640-F6BA-272C-AA5C671D6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C4F4183-FCCB-5EFD-7054-56DA7C45A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992EC90-C786-9DF7-456D-89F694A27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1498CF0-0A03-A01D-CA39-7F192438A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5519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24D286-2612-2676-958A-636DEAC54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3A16EE8-9C3D-10D1-2593-FDE8D0974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C41F5A-AC32-3306-ABB9-F7A1D3391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F8F6230-BD04-5F20-F267-7DB921A02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2674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BF366B7-81A3-7E2E-69BE-29B817176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B8AB019-0F5C-8F14-85A5-247B261C8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DE83D03-3C0A-3D96-81B2-8EEF96277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730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0EA9D6-FB57-F007-E28D-B47A93601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183C11-16A5-02CD-38D4-331AA8673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D4D0615-0D51-F75D-1662-97F01AAD7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0610F82-BCC4-54BE-7F67-EEFD77788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761870B-0D02-23BE-C444-4FE7EB57E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EFCDE7-BE72-08A8-D844-2F04ECAFF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4702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B12888-F729-3F22-A14A-2AA4B6346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F3D230B-C330-6666-D5F7-5D777AA546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1B1ECB7-8C01-EF59-4539-03A1F8737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3199629-100B-751E-40C2-38433C6F8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AA728D1-E4DE-9275-CFD2-92B071A6F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636317A-7AC5-5EA3-210E-AA0AD90DD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6900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34DCD3-0E17-9DF1-D7FD-541D100B2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D8AC2C2-E26C-B51B-09CE-C0076CA8D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99A97E-58E5-A0B5-FE5F-0AC1731DA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8D11BC-45EB-FC23-A593-0E3CD150D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C91077-76E9-6172-1B2C-06D799EAF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0499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A2E9EB4-6D5D-FE26-98C4-BB6B071DB4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0678EE3-2241-FA15-83D7-B452755FE9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0585CE-01B2-67F1-B8E2-8AF80C0F8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3A83A1-61E1-BB8D-D836-FCA5AD742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7C048A-B047-56F1-ADF6-9419667A5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5816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49DEA1F-58C4-BED8-2268-412051CCF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B67195E-DEF8-9A92-62F0-E8A173649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B4B8C3-0520-5E4B-1F56-B777954FFB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DA8C75-A467-416A-B374-E97E5CF82461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64DC54B-1C63-BA75-DD54-7A7B3F81B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49A403-C4E7-1BF4-8628-6C1FEF08C7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6196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14F30D6-2519-3B92-7CBF-44CC8D394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1261" y="590062"/>
            <a:ext cx="5516340" cy="2838938"/>
          </a:xfrm>
        </p:spPr>
        <p:txBody>
          <a:bodyPr>
            <a:normAutofit/>
          </a:bodyPr>
          <a:lstStyle/>
          <a:p>
            <a:pPr algn="l"/>
            <a:r>
              <a:rPr lang="de-DE" sz="4300" dirty="0" err="1">
                <a:solidFill>
                  <a:srgbClr val="FFFFFF"/>
                </a:solidFill>
              </a:rPr>
              <a:t>AutomationArchitecture</a:t>
            </a:r>
            <a:endParaRPr lang="de-DE" sz="4300" dirty="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26FA12F-A6C1-5AC2-9866-C10190BA79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441" y="4698614"/>
            <a:ext cx="6067254" cy="1198120"/>
          </a:xfrm>
        </p:spPr>
        <p:txBody>
          <a:bodyPr>
            <a:normAutofit/>
          </a:bodyPr>
          <a:lstStyle/>
          <a:p>
            <a:pPr algn="r"/>
            <a:r>
              <a:rPr lang="de-DE" sz="2000" dirty="0">
                <a:solidFill>
                  <a:srgbClr val="FFFFFF"/>
                </a:solidFill>
              </a:rPr>
              <a:t>Use Case </a:t>
            </a:r>
            <a:r>
              <a:rPr lang="de-DE" sz="2000" dirty="0" err="1">
                <a:solidFill>
                  <a:srgbClr val="FFFFFF"/>
                </a:solidFill>
              </a:rPr>
              <a:t>Example</a:t>
            </a:r>
            <a:endParaRPr lang="de-DE" sz="2000" dirty="0">
              <a:solidFill>
                <a:srgbClr val="FFFFFF"/>
              </a:solidFill>
            </a:endParaRPr>
          </a:p>
          <a:p>
            <a:pPr algn="r"/>
            <a:r>
              <a:rPr lang="de-DE" sz="2000" dirty="0" err="1">
                <a:solidFill>
                  <a:srgbClr val="FFFFFF"/>
                </a:solidFill>
              </a:rPr>
              <a:t>FirmWareManager</a:t>
            </a:r>
            <a:r>
              <a:rPr lang="de-DE" sz="2000" dirty="0">
                <a:solidFill>
                  <a:srgbClr val="FFFFFF"/>
                </a:solidFill>
              </a:rPr>
              <a:t> </a:t>
            </a:r>
            <a:r>
              <a:rPr lang="de-DE" sz="2000" dirty="0" err="1">
                <a:solidFill>
                  <a:srgbClr val="FFFFFF"/>
                </a:solidFill>
              </a:rPr>
              <a:t>executes</a:t>
            </a:r>
            <a:r>
              <a:rPr lang="de-DE" sz="2000" dirty="0">
                <a:solidFill>
                  <a:srgbClr val="FFFFFF"/>
                </a:solidFill>
              </a:rPr>
              <a:t> </a:t>
            </a:r>
            <a:r>
              <a:rPr lang="de-DE" sz="2000">
                <a:solidFill>
                  <a:srgbClr val="FFFFFF"/>
                </a:solidFill>
              </a:rPr>
              <a:t>Firmware Update</a:t>
            </a:r>
            <a:endParaRPr lang="de-DE" sz="2000" dirty="0">
              <a:solidFill>
                <a:srgbClr val="FFFFFF"/>
              </a:solidFill>
            </a:endParaRPr>
          </a:p>
        </p:txBody>
      </p:sp>
      <p:sp>
        <p:nvSpPr>
          <p:cNvPr id="15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3364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183D6249-004F-29C8-2A4C-820DEA7C08FA}"/>
              </a:ext>
            </a:extLst>
          </p:cNvPr>
          <p:cNvSpPr/>
          <p:nvPr/>
        </p:nvSpPr>
        <p:spPr>
          <a:xfrm>
            <a:off x="5362166" y="2900967"/>
            <a:ext cx="2853775" cy="21818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A4ACFF4-1F1C-7CC6-7562-E54E1C800CB6}"/>
              </a:ext>
            </a:extLst>
          </p:cNvPr>
          <p:cNvSpPr/>
          <p:nvPr/>
        </p:nvSpPr>
        <p:spPr>
          <a:xfrm>
            <a:off x="4752707" y="1535355"/>
            <a:ext cx="2426154" cy="20701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8D2A72E-2344-9F78-61BE-A7AEA7470995}"/>
              </a:ext>
            </a:extLst>
          </p:cNvPr>
          <p:cNvSpPr/>
          <p:nvPr/>
        </p:nvSpPr>
        <p:spPr>
          <a:xfrm>
            <a:off x="5142280" y="2840280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12" name="Zylinder 11">
            <a:extLst>
              <a:ext uri="{FF2B5EF4-FFF2-40B4-BE49-F238E27FC236}">
                <a16:creationId xmlns:a16="http://schemas.microsoft.com/office/drawing/2014/main" id="{FA9797EB-2EF5-F6B1-C231-83409E2BC33A}"/>
              </a:ext>
            </a:extLst>
          </p:cNvPr>
          <p:cNvSpPr/>
          <p:nvPr/>
        </p:nvSpPr>
        <p:spPr>
          <a:xfrm>
            <a:off x="6983541" y="2587788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CandidateDS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C8FE6C00-FA6B-5E07-BD74-72AE6BFD4A13}"/>
              </a:ext>
            </a:extLst>
          </p:cNvPr>
          <p:cNvSpPr/>
          <p:nvPr/>
        </p:nvSpPr>
        <p:spPr>
          <a:xfrm>
            <a:off x="4985169" y="1933500"/>
            <a:ext cx="638710" cy="4191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F72C707D-5B19-6648-B7DC-E3B373B13FCE}"/>
              </a:ext>
            </a:extLst>
          </p:cNvPr>
          <p:cNvSpPr/>
          <p:nvPr/>
        </p:nvSpPr>
        <p:spPr>
          <a:xfrm>
            <a:off x="5104448" y="2196390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0497E514-F054-1083-9F20-D648B9EF16E3}"/>
              </a:ext>
            </a:extLst>
          </p:cNvPr>
          <p:cNvSpPr/>
          <p:nvPr/>
        </p:nvSpPr>
        <p:spPr>
          <a:xfrm>
            <a:off x="5333037" y="3094163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9542E8BE-35CC-A187-DD60-21BB499B6F93}"/>
              </a:ext>
            </a:extLst>
          </p:cNvPr>
          <p:cNvCxnSpPr/>
          <p:nvPr/>
        </p:nvCxnSpPr>
        <p:spPr>
          <a:xfrm>
            <a:off x="3345076" y="2143050"/>
            <a:ext cx="164009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812A09CD-A2C3-38F6-7511-DDEC8660D0BA}"/>
              </a:ext>
            </a:extLst>
          </p:cNvPr>
          <p:cNvCxnSpPr>
            <a:cxnSpLocks/>
          </p:cNvCxnSpPr>
          <p:nvPr/>
        </p:nvCxnSpPr>
        <p:spPr>
          <a:xfrm flipH="1" flipV="1">
            <a:off x="3345076" y="2252377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065D062B-6837-EC42-7CAB-2BCDB3F9AD86}"/>
              </a:ext>
            </a:extLst>
          </p:cNvPr>
          <p:cNvCxnSpPr/>
          <p:nvPr/>
        </p:nvCxnSpPr>
        <p:spPr>
          <a:xfrm>
            <a:off x="3464356" y="2449690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E328FB65-005D-2E63-EFAF-F5049760B6F6}"/>
              </a:ext>
            </a:extLst>
          </p:cNvPr>
          <p:cNvCxnSpPr>
            <a:cxnSpLocks/>
          </p:cNvCxnSpPr>
          <p:nvPr/>
        </p:nvCxnSpPr>
        <p:spPr>
          <a:xfrm flipH="1" flipV="1">
            <a:off x="3464356" y="2559016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Grafik 1" descr="Männliches Profil Silhouette">
            <a:extLst>
              <a:ext uri="{FF2B5EF4-FFF2-40B4-BE49-F238E27FC236}">
                <a16:creationId xmlns:a16="http://schemas.microsoft.com/office/drawing/2014/main" id="{AB3BA62C-BC4C-CB8F-7C1B-4B713191C3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6428" y="1118720"/>
            <a:ext cx="657427" cy="657427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189CC98C-B90A-3931-D718-9979893181A0}"/>
              </a:ext>
            </a:extLst>
          </p:cNvPr>
          <p:cNvSpPr txBox="1"/>
          <p:nvPr/>
        </p:nvSpPr>
        <p:spPr>
          <a:xfrm>
            <a:off x="1867200" y="1739459"/>
            <a:ext cx="2661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rtn950 =&gt; </a:t>
            </a:r>
            <a:r>
              <a:rPr lang="de-DE" err="1"/>
              <a:t>firmware</a:t>
            </a:r>
            <a:r>
              <a:rPr lang="de-DE"/>
              <a:t> 10.26</a:t>
            </a: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8297515-C30F-7128-D5E5-5CBB706C8848}"/>
              </a:ext>
            </a:extLst>
          </p:cNvPr>
          <p:cNvSpPr txBox="1"/>
          <p:nvPr/>
        </p:nvSpPr>
        <p:spPr>
          <a:xfrm>
            <a:off x="8586492" y="733813"/>
            <a:ext cx="319910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305250001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305250002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305250003</a:t>
            </a:r>
          </a:p>
          <a:p>
            <a:r>
              <a:rPr lang="de-DE" sz="1200" dirty="0"/>
              <a:t>305250004</a:t>
            </a:r>
          </a:p>
          <a:p>
            <a:r>
              <a:rPr lang="de-DE" sz="1200" dirty="0"/>
              <a:t>305250005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305250006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305250007</a:t>
            </a:r>
          </a:p>
          <a:p>
            <a:r>
              <a:rPr lang="de-DE" sz="1200" dirty="0"/>
              <a:t>305250008</a:t>
            </a:r>
          </a:p>
          <a:p>
            <a:r>
              <a:rPr lang="de-DE" sz="1200" dirty="0"/>
              <a:t>305250009</a:t>
            </a:r>
          </a:p>
          <a:p>
            <a:r>
              <a:rPr lang="de-DE" sz="1200" dirty="0"/>
              <a:t>305250010</a:t>
            </a:r>
          </a:p>
          <a:p>
            <a:r>
              <a:rPr lang="de-DE" sz="1200" dirty="0"/>
              <a:t>305250011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305250012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….</a:t>
            </a:r>
          </a:p>
        </p:txBody>
      </p:sp>
      <p:cxnSp>
        <p:nvCxnSpPr>
          <p:cNvPr id="67" name="Verbinder: gekrümmt 66">
            <a:extLst>
              <a:ext uri="{FF2B5EF4-FFF2-40B4-BE49-F238E27FC236}">
                <a16:creationId xmlns:a16="http://schemas.microsoft.com/office/drawing/2014/main" id="{BD5F80E9-144F-A4A6-597E-24BE2B4B5C2F}"/>
              </a:ext>
            </a:extLst>
          </p:cNvPr>
          <p:cNvCxnSpPr>
            <a:stCxn id="15" idx="3"/>
            <a:endCxn id="12" idx="2"/>
          </p:cNvCxnSpPr>
          <p:nvPr/>
        </p:nvCxnSpPr>
        <p:spPr>
          <a:xfrm>
            <a:off x="5623879" y="2143050"/>
            <a:ext cx="1359662" cy="730142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feld 67">
            <a:extLst>
              <a:ext uri="{FF2B5EF4-FFF2-40B4-BE49-F238E27FC236}">
                <a16:creationId xmlns:a16="http://schemas.microsoft.com/office/drawing/2014/main" id="{2CA91327-3E11-1219-6460-D92C6C4B96EE}"/>
              </a:ext>
            </a:extLst>
          </p:cNvPr>
          <p:cNvSpPr txBox="1"/>
          <p:nvPr/>
        </p:nvSpPr>
        <p:spPr>
          <a:xfrm>
            <a:off x="3570371" y="1595515"/>
            <a:ext cx="217278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1200" dirty="0"/>
              <a:t>Interpretation</a:t>
            </a:r>
          </a:p>
        </p:txBody>
      </p:sp>
    </p:spTree>
    <p:extLst>
      <p:ext uri="{BB962C8B-B14F-4D97-AF65-F5344CB8AC3E}">
        <p14:creationId xmlns:p14="http://schemas.microsoft.com/office/powerpoint/2010/main" val="2156561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0B2C23F0-9E77-0D1C-8C6D-702CF875344F}"/>
              </a:ext>
            </a:extLst>
          </p:cNvPr>
          <p:cNvSpPr/>
          <p:nvPr/>
        </p:nvSpPr>
        <p:spPr>
          <a:xfrm>
            <a:off x="4666037" y="1595515"/>
            <a:ext cx="2426154" cy="2070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BA91994-3710-C7A3-26BC-E5937161A5A3}"/>
              </a:ext>
            </a:extLst>
          </p:cNvPr>
          <p:cNvSpPr/>
          <p:nvPr/>
        </p:nvSpPr>
        <p:spPr>
          <a:xfrm>
            <a:off x="5275496" y="2961127"/>
            <a:ext cx="2853775" cy="218185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8927DAD-BFB9-3A29-7C6B-BF65C17C6AA5}"/>
              </a:ext>
            </a:extLst>
          </p:cNvPr>
          <p:cNvSpPr/>
          <p:nvPr/>
        </p:nvSpPr>
        <p:spPr>
          <a:xfrm>
            <a:off x="5649864" y="4385880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9" name="Zylinder 8">
            <a:extLst>
              <a:ext uri="{FF2B5EF4-FFF2-40B4-BE49-F238E27FC236}">
                <a16:creationId xmlns:a16="http://schemas.microsoft.com/office/drawing/2014/main" id="{512F4294-8ABD-90C7-1786-BD9EDB7BC65D}"/>
              </a:ext>
            </a:extLst>
          </p:cNvPr>
          <p:cNvSpPr/>
          <p:nvPr/>
        </p:nvSpPr>
        <p:spPr>
          <a:xfrm>
            <a:off x="6896871" y="2647948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CandidateDS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6A6F592-DD86-A106-5E64-2E699DE00C93}"/>
              </a:ext>
            </a:extLst>
          </p:cNvPr>
          <p:cNvSpPr txBox="1"/>
          <p:nvPr/>
        </p:nvSpPr>
        <p:spPr>
          <a:xfrm>
            <a:off x="4792726" y="1743974"/>
            <a:ext cx="217278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1200" dirty="0"/>
              <a:t>Interpretation</a:t>
            </a:r>
          </a:p>
        </p:txBody>
      </p:sp>
      <p:sp>
        <p:nvSpPr>
          <p:cNvPr id="14" name="Zylinder 13">
            <a:extLst>
              <a:ext uri="{FF2B5EF4-FFF2-40B4-BE49-F238E27FC236}">
                <a16:creationId xmlns:a16="http://schemas.microsoft.com/office/drawing/2014/main" id="{9A7E5303-982B-6711-F217-C44F29B4D392}"/>
              </a:ext>
            </a:extLst>
          </p:cNvPr>
          <p:cNvSpPr/>
          <p:nvPr/>
        </p:nvSpPr>
        <p:spPr>
          <a:xfrm>
            <a:off x="6896638" y="4784553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RunningDS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65201823-A18D-FD84-307E-4F53F845DFC1}"/>
              </a:ext>
            </a:extLst>
          </p:cNvPr>
          <p:cNvSpPr txBox="1"/>
          <p:nvPr/>
        </p:nvSpPr>
        <p:spPr>
          <a:xfrm>
            <a:off x="5517592" y="3976522"/>
            <a:ext cx="225693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/>
              <a:t>Validation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3E01FED-6C42-A3FC-BE44-1F61E17AE6B1}"/>
              </a:ext>
            </a:extLst>
          </p:cNvPr>
          <p:cNvSpPr/>
          <p:nvPr/>
        </p:nvSpPr>
        <p:spPr>
          <a:xfrm>
            <a:off x="7245339" y="3554597"/>
            <a:ext cx="638710" cy="4191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8592077D-5EA8-0BE1-48C0-9DD21D89C597}"/>
              </a:ext>
            </a:extLst>
          </p:cNvPr>
          <p:cNvSpPr/>
          <p:nvPr/>
        </p:nvSpPr>
        <p:spPr>
          <a:xfrm>
            <a:off x="5842091" y="4480572"/>
            <a:ext cx="638710" cy="4191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037DCD9-7745-B83E-1349-F22DC15C82A5}"/>
              </a:ext>
            </a:extLst>
          </p:cNvPr>
          <p:cNvSpPr/>
          <p:nvPr/>
        </p:nvSpPr>
        <p:spPr>
          <a:xfrm>
            <a:off x="6165093" y="4418608"/>
            <a:ext cx="638710" cy="4191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3DCCD099-FD22-C3AF-F2BD-9D5EACC33979}"/>
              </a:ext>
            </a:extLst>
          </p:cNvPr>
          <p:cNvSpPr/>
          <p:nvPr/>
        </p:nvSpPr>
        <p:spPr>
          <a:xfrm>
            <a:off x="6397567" y="4343404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E3A1C1CD-6285-C460-D06D-9919FDB969A4}"/>
              </a:ext>
            </a:extLst>
          </p:cNvPr>
          <p:cNvSpPr/>
          <p:nvPr/>
        </p:nvSpPr>
        <p:spPr>
          <a:xfrm>
            <a:off x="6818288" y="4296509"/>
            <a:ext cx="638710" cy="4191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E76477FD-51FD-B0AE-C0DC-03CDBC59155B}"/>
              </a:ext>
            </a:extLst>
          </p:cNvPr>
          <p:cNvSpPr/>
          <p:nvPr/>
        </p:nvSpPr>
        <p:spPr>
          <a:xfrm>
            <a:off x="7037235" y="4201009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9542E8BE-35CC-A187-DD60-21BB499B6F93}"/>
              </a:ext>
            </a:extLst>
          </p:cNvPr>
          <p:cNvCxnSpPr/>
          <p:nvPr/>
        </p:nvCxnSpPr>
        <p:spPr>
          <a:xfrm>
            <a:off x="3345076" y="2143050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812A09CD-A2C3-38F6-7511-DDEC8660D0BA}"/>
              </a:ext>
            </a:extLst>
          </p:cNvPr>
          <p:cNvCxnSpPr>
            <a:cxnSpLocks/>
          </p:cNvCxnSpPr>
          <p:nvPr/>
        </p:nvCxnSpPr>
        <p:spPr>
          <a:xfrm flipH="1" flipV="1">
            <a:off x="3345076" y="2252377"/>
            <a:ext cx="1640092" cy="8813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065D062B-6837-EC42-7CAB-2BCDB3F9AD86}"/>
              </a:ext>
            </a:extLst>
          </p:cNvPr>
          <p:cNvCxnSpPr/>
          <p:nvPr/>
        </p:nvCxnSpPr>
        <p:spPr>
          <a:xfrm>
            <a:off x="3464356" y="2449690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E328FB65-005D-2E63-EFAF-F5049760B6F6}"/>
              </a:ext>
            </a:extLst>
          </p:cNvPr>
          <p:cNvCxnSpPr>
            <a:cxnSpLocks/>
          </p:cNvCxnSpPr>
          <p:nvPr/>
        </p:nvCxnSpPr>
        <p:spPr>
          <a:xfrm flipH="1" flipV="1">
            <a:off x="3464356" y="2559016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Grafik 1" descr="Männliches Profil Silhouette">
            <a:extLst>
              <a:ext uri="{FF2B5EF4-FFF2-40B4-BE49-F238E27FC236}">
                <a16:creationId xmlns:a16="http://schemas.microsoft.com/office/drawing/2014/main" id="{AB3BA62C-BC4C-CB8F-7C1B-4B713191C3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6428" y="1118720"/>
            <a:ext cx="657427" cy="657427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189CC98C-B90A-3931-D718-9979893181A0}"/>
              </a:ext>
            </a:extLst>
          </p:cNvPr>
          <p:cNvSpPr txBox="1"/>
          <p:nvPr/>
        </p:nvSpPr>
        <p:spPr>
          <a:xfrm>
            <a:off x="2772167" y="2143050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204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F387E1AE-0387-A78F-A826-4C32241C9E33}"/>
              </a:ext>
            </a:extLst>
          </p:cNvPr>
          <p:cNvSpPr txBox="1"/>
          <p:nvPr/>
        </p:nvSpPr>
        <p:spPr>
          <a:xfrm>
            <a:off x="8579069" y="4296509"/>
            <a:ext cx="319910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305250001 =&gt; </a:t>
            </a:r>
            <a:r>
              <a:rPr lang="de-DE" sz="1200" err="1"/>
              <a:t>firmware</a:t>
            </a:r>
            <a:r>
              <a:rPr lang="de-DE" sz="1200"/>
              <a:t> 10.26 </a:t>
            </a:r>
            <a:endParaRPr lang="de-DE" sz="1200" dirty="0"/>
          </a:p>
          <a:p>
            <a:r>
              <a:rPr lang="de-DE" sz="1200" dirty="0"/>
              <a:t>305250002 =&gt; </a:t>
            </a:r>
            <a:r>
              <a:rPr lang="de-DE" sz="1200" err="1"/>
              <a:t>firmware</a:t>
            </a:r>
            <a:r>
              <a:rPr lang="de-DE" sz="1200"/>
              <a:t> 10.26 </a:t>
            </a:r>
            <a:endParaRPr lang="de-DE" sz="1200" dirty="0"/>
          </a:p>
          <a:p>
            <a:r>
              <a:rPr lang="de-DE" sz="1200" dirty="0"/>
              <a:t>305250003</a:t>
            </a:r>
          </a:p>
          <a:p>
            <a:r>
              <a:rPr lang="de-DE" sz="1200" dirty="0"/>
              <a:t>305250004</a:t>
            </a:r>
          </a:p>
          <a:p>
            <a:r>
              <a:rPr lang="de-DE" sz="1200" dirty="0"/>
              <a:t>305250005 =&gt; </a:t>
            </a:r>
            <a:r>
              <a:rPr lang="de-DE" sz="1200" err="1"/>
              <a:t>firmware</a:t>
            </a:r>
            <a:r>
              <a:rPr lang="de-DE" sz="1200"/>
              <a:t> 10.26 </a:t>
            </a:r>
            <a:endParaRPr lang="de-DE" sz="1200" dirty="0"/>
          </a:p>
          <a:p>
            <a:r>
              <a:rPr lang="de-DE" sz="1200" dirty="0"/>
              <a:t>305250006 =&gt; </a:t>
            </a:r>
            <a:r>
              <a:rPr lang="de-DE" sz="1200" err="1"/>
              <a:t>firmware</a:t>
            </a:r>
            <a:r>
              <a:rPr lang="de-DE" sz="1200"/>
              <a:t> 10.26 </a:t>
            </a:r>
            <a:endParaRPr lang="de-DE" sz="1200" dirty="0"/>
          </a:p>
          <a:p>
            <a:r>
              <a:rPr lang="de-DE" sz="1200" dirty="0"/>
              <a:t>305250007</a:t>
            </a:r>
          </a:p>
          <a:p>
            <a:r>
              <a:rPr lang="de-DE" sz="1200" dirty="0"/>
              <a:t>305250008</a:t>
            </a:r>
          </a:p>
          <a:p>
            <a:r>
              <a:rPr lang="de-DE" sz="1200" dirty="0"/>
              <a:t>305250009</a:t>
            </a:r>
          </a:p>
          <a:p>
            <a:r>
              <a:rPr lang="de-DE" sz="1200" dirty="0"/>
              <a:t>305250010</a:t>
            </a:r>
          </a:p>
          <a:p>
            <a:r>
              <a:rPr lang="de-DE" sz="1200" dirty="0"/>
              <a:t>305250011 =&gt; </a:t>
            </a:r>
            <a:r>
              <a:rPr lang="de-DE" sz="1200" err="1"/>
              <a:t>firmware</a:t>
            </a:r>
            <a:r>
              <a:rPr lang="de-DE" sz="1200"/>
              <a:t> 10.26 </a:t>
            </a:r>
            <a:endParaRPr lang="de-DE" sz="1200" dirty="0"/>
          </a:p>
          <a:p>
            <a:r>
              <a:rPr lang="de-DE" sz="1200" dirty="0"/>
              <a:t>305250012 =&gt; </a:t>
            </a:r>
            <a:r>
              <a:rPr lang="de-DE" sz="1200" err="1"/>
              <a:t>firmware</a:t>
            </a:r>
            <a:r>
              <a:rPr lang="de-DE" sz="1200"/>
              <a:t> 10.26 </a:t>
            </a:r>
            <a:endParaRPr lang="de-DE" sz="1200" dirty="0"/>
          </a:p>
          <a:p>
            <a:r>
              <a:rPr lang="de-DE" sz="1200" dirty="0"/>
              <a:t>….</a:t>
            </a:r>
          </a:p>
        </p:txBody>
      </p:sp>
      <p:cxnSp>
        <p:nvCxnSpPr>
          <p:cNvPr id="28" name="Verbinder: gekrümmt 27">
            <a:extLst>
              <a:ext uri="{FF2B5EF4-FFF2-40B4-BE49-F238E27FC236}">
                <a16:creationId xmlns:a16="http://schemas.microsoft.com/office/drawing/2014/main" id="{2A23557F-27F2-A8DF-D35E-9BD0A14D2195}"/>
              </a:ext>
            </a:extLst>
          </p:cNvPr>
          <p:cNvCxnSpPr>
            <a:cxnSpLocks/>
            <a:stCxn id="9" idx="3"/>
            <a:endCxn id="21" idx="0"/>
          </p:cNvCxnSpPr>
          <p:nvPr/>
        </p:nvCxnSpPr>
        <p:spPr>
          <a:xfrm rot="5400000">
            <a:off x="7446419" y="3337030"/>
            <a:ext cx="335842" cy="9929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Verbinder: gekrümmt 30">
            <a:extLst>
              <a:ext uri="{FF2B5EF4-FFF2-40B4-BE49-F238E27FC236}">
                <a16:creationId xmlns:a16="http://schemas.microsoft.com/office/drawing/2014/main" id="{199B5C1A-7BB8-43FF-6F70-5E2A38E18369}"/>
              </a:ext>
            </a:extLst>
          </p:cNvPr>
          <p:cNvCxnSpPr>
            <a:cxnSpLocks/>
          </p:cNvCxnSpPr>
          <p:nvPr/>
        </p:nvCxnSpPr>
        <p:spPr>
          <a:xfrm rot="16200000" flipH="1">
            <a:off x="7395991" y="4213792"/>
            <a:ext cx="810854" cy="330667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feld 44">
            <a:extLst>
              <a:ext uri="{FF2B5EF4-FFF2-40B4-BE49-F238E27FC236}">
                <a16:creationId xmlns:a16="http://schemas.microsoft.com/office/drawing/2014/main" id="{F03AC49F-9D97-C351-97E9-1D5E2F8F90DC}"/>
              </a:ext>
            </a:extLst>
          </p:cNvPr>
          <p:cNvSpPr txBox="1"/>
          <p:nvPr/>
        </p:nvSpPr>
        <p:spPr>
          <a:xfrm>
            <a:off x="8586492" y="733813"/>
            <a:ext cx="319910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305250001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305250002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305250003</a:t>
            </a:r>
          </a:p>
          <a:p>
            <a:r>
              <a:rPr lang="de-DE" sz="1200" dirty="0"/>
              <a:t>305250004</a:t>
            </a:r>
          </a:p>
          <a:p>
            <a:r>
              <a:rPr lang="de-DE" sz="1200" dirty="0"/>
              <a:t>305250005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305250006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305250007</a:t>
            </a:r>
          </a:p>
          <a:p>
            <a:r>
              <a:rPr lang="de-DE" sz="1200" dirty="0"/>
              <a:t>305250008</a:t>
            </a:r>
          </a:p>
          <a:p>
            <a:r>
              <a:rPr lang="de-DE" sz="1200" dirty="0"/>
              <a:t>305250009</a:t>
            </a:r>
          </a:p>
          <a:p>
            <a:r>
              <a:rPr lang="de-DE" sz="1200" dirty="0"/>
              <a:t>305250010</a:t>
            </a:r>
          </a:p>
          <a:p>
            <a:r>
              <a:rPr lang="de-DE" sz="1200" dirty="0"/>
              <a:t>305250011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305250012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2362679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5CC0108A-C49A-E734-44BC-C0D8312C2381}"/>
              </a:ext>
            </a:extLst>
          </p:cNvPr>
          <p:cNvSpPr/>
          <p:nvPr/>
        </p:nvSpPr>
        <p:spPr>
          <a:xfrm>
            <a:off x="5239371" y="1045306"/>
            <a:ext cx="2465406" cy="153018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3" name="Zylinder 12">
            <a:extLst>
              <a:ext uri="{FF2B5EF4-FFF2-40B4-BE49-F238E27FC236}">
                <a16:creationId xmlns:a16="http://schemas.microsoft.com/office/drawing/2014/main" id="{C8423EF7-D917-5A05-27C5-620DD8ECFD75}"/>
              </a:ext>
            </a:extLst>
          </p:cNvPr>
          <p:cNvSpPr/>
          <p:nvPr/>
        </p:nvSpPr>
        <p:spPr>
          <a:xfrm>
            <a:off x="4401124" y="2072241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OperationalDS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54E93A30-0B5F-83DB-0280-53C868E7D9A4}"/>
              </a:ext>
            </a:extLst>
          </p:cNvPr>
          <p:cNvSpPr txBox="1"/>
          <p:nvPr/>
        </p:nvSpPr>
        <p:spPr>
          <a:xfrm>
            <a:off x="5408372" y="1223111"/>
            <a:ext cx="242216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/>
              <a:t>Measurement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148AE7B-C0D5-239A-17E3-8E744A1CFFD4}"/>
              </a:ext>
            </a:extLst>
          </p:cNvPr>
          <p:cNvSpPr/>
          <p:nvPr/>
        </p:nvSpPr>
        <p:spPr>
          <a:xfrm>
            <a:off x="6612155" y="143514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4FB7210C-B2C5-F7D9-CD9E-D196743240D4}"/>
              </a:ext>
            </a:extLst>
          </p:cNvPr>
          <p:cNvSpPr/>
          <p:nvPr/>
        </p:nvSpPr>
        <p:spPr>
          <a:xfrm>
            <a:off x="6802914" y="1689029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1C5FBE3B-28EE-C967-1B35-DFA5F66CE46C}"/>
              </a:ext>
            </a:extLst>
          </p:cNvPr>
          <p:cNvCxnSpPr/>
          <p:nvPr/>
        </p:nvCxnSpPr>
        <p:spPr>
          <a:xfrm>
            <a:off x="7250865" y="151321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49496393-59F4-A14D-29BC-DEC2A62FA319}"/>
              </a:ext>
            </a:extLst>
          </p:cNvPr>
          <p:cNvCxnSpPr>
            <a:cxnSpLocks/>
          </p:cNvCxnSpPr>
          <p:nvPr/>
        </p:nvCxnSpPr>
        <p:spPr>
          <a:xfrm flipH="1" flipV="1">
            <a:off x="7250865" y="1622539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D49FBD31-CBC2-5906-EE11-19D988530817}"/>
              </a:ext>
            </a:extLst>
          </p:cNvPr>
          <p:cNvCxnSpPr/>
          <p:nvPr/>
        </p:nvCxnSpPr>
        <p:spPr>
          <a:xfrm>
            <a:off x="7441623" y="1867643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D462CA5B-818B-6F73-C3DA-197B09D90262}"/>
              </a:ext>
            </a:extLst>
          </p:cNvPr>
          <p:cNvCxnSpPr>
            <a:cxnSpLocks/>
          </p:cNvCxnSpPr>
          <p:nvPr/>
        </p:nvCxnSpPr>
        <p:spPr>
          <a:xfrm flipH="1" flipV="1">
            <a:off x="7441623" y="1976970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90C6D671-3B00-EF31-2763-6F3B6F4160F4}"/>
              </a:ext>
            </a:extLst>
          </p:cNvPr>
          <p:cNvCxnSpPr/>
          <p:nvPr/>
        </p:nvCxnSpPr>
        <p:spPr>
          <a:xfrm>
            <a:off x="7199632" y="2208362"/>
            <a:ext cx="164009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AC60F8D1-682A-62BD-CB12-C12F677B50A9}"/>
              </a:ext>
            </a:extLst>
          </p:cNvPr>
          <p:cNvCxnSpPr>
            <a:cxnSpLocks/>
          </p:cNvCxnSpPr>
          <p:nvPr/>
        </p:nvCxnSpPr>
        <p:spPr>
          <a:xfrm flipH="1" flipV="1">
            <a:off x="7199632" y="2317688"/>
            <a:ext cx="1640092" cy="8813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Zylinder 52">
            <a:extLst>
              <a:ext uri="{FF2B5EF4-FFF2-40B4-BE49-F238E27FC236}">
                <a16:creationId xmlns:a16="http://schemas.microsoft.com/office/drawing/2014/main" id="{C6F32473-70BC-F2E9-9019-5981DAD6DD7F}"/>
              </a:ext>
            </a:extLst>
          </p:cNvPr>
          <p:cNvSpPr/>
          <p:nvPr/>
        </p:nvSpPr>
        <p:spPr>
          <a:xfrm>
            <a:off x="583723" y="2107215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RunningDS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48CA799C-FCB5-9E59-844D-19904DF5CDBF}"/>
              </a:ext>
            </a:extLst>
          </p:cNvPr>
          <p:cNvSpPr/>
          <p:nvPr/>
        </p:nvSpPr>
        <p:spPr>
          <a:xfrm>
            <a:off x="5538544" y="1506663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9847264-5580-2F47-CA15-AA68F21877AF}"/>
              </a:ext>
            </a:extLst>
          </p:cNvPr>
          <p:cNvSpPr txBox="1"/>
          <p:nvPr/>
        </p:nvSpPr>
        <p:spPr>
          <a:xfrm>
            <a:off x="9740624" y="1797406"/>
            <a:ext cx="319910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305250001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305250002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305250003</a:t>
            </a:r>
          </a:p>
          <a:p>
            <a:r>
              <a:rPr lang="de-DE" sz="1200" dirty="0"/>
              <a:t>305250004</a:t>
            </a:r>
          </a:p>
          <a:p>
            <a:r>
              <a:rPr lang="de-DE" sz="1200" dirty="0"/>
              <a:t>305250005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305250006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305250007</a:t>
            </a:r>
          </a:p>
          <a:p>
            <a:r>
              <a:rPr lang="de-DE" sz="1200" dirty="0"/>
              <a:t>305250008</a:t>
            </a:r>
          </a:p>
          <a:p>
            <a:r>
              <a:rPr lang="de-DE" sz="1200" dirty="0"/>
              <a:t>305250009</a:t>
            </a:r>
          </a:p>
          <a:p>
            <a:r>
              <a:rPr lang="de-DE" sz="1200" dirty="0"/>
              <a:t>305250010</a:t>
            </a:r>
          </a:p>
          <a:p>
            <a:r>
              <a:rPr lang="de-DE" sz="1200" dirty="0"/>
              <a:t>305250011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305250012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….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38AC18A-1B17-83C9-4536-A91C6CB42F44}"/>
              </a:ext>
            </a:extLst>
          </p:cNvPr>
          <p:cNvSpPr txBox="1"/>
          <p:nvPr/>
        </p:nvSpPr>
        <p:spPr>
          <a:xfrm>
            <a:off x="103302" y="3043901"/>
            <a:ext cx="319910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305250001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305250002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305250003</a:t>
            </a:r>
          </a:p>
          <a:p>
            <a:r>
              <a:rPr lang="de-DE" sz="1200" dirty="0"/>
              <a:t>305250004</a:t>
            </a:r>
          </a:p>
          <a:p>
            <a:r>
              <a:rPr lang="de-DE" sz="1200" dirty="0"/>
              <a:t>305250005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305250006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305250007</a:t>
            </a:r>
          </a:p>
          <a:p>
            <a:r>
              <a:rPr lang="de-DE" sz="1200" dirty="0"/>
              <a:t>305250008</a:t>
            </a:r>
          </a:p>
          <a:p>
            <a:r>
              <a:rPr lang="de-DE" sz="1200" dirty="0"/>
              <a:t>305250009</a:t>
            </a:r>
          </a:p>
          <a:p>
            <a:r>
              <a:rPr lang="de-DE" sz="1200" dirty="0"/>
              <a:t>305250010</a:t>
            </a:r>
          </a:p>
          <a:p>
            <a:r>
              <a:rPr lang="de-DE" sz="1200" dirty="0"/>
              <a:t>305250011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305250012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….</a:t>
            </a:r>
          </a:p>
        </p:txBody>
      </p:sp>
      <p:cxnSp>
        <p:nvCxnSpPr>
          <p:cNvPr id="4" name="Verbinder: gekrümmt 3">
            <a:extLst>
              <a:ext uri="{FF2B5EF4-FFF2-40B4-BE49-F238E27FC236}">
                <a16:creationId xmlns:a16="http://schemas.microsoft.com/office/drawing/2014/main" id="{694378D8-C39A-891F-6133-C6A7F372071E}"/>
              </a:ext>
            </a:extLst>
          </p:cNvPr>
          <p:cNvCxnSpPr>
            <a:cxnSpLocks/>
            <a:endCxn id="13" idx="4"/>
          </p:cNvCxnSpPr>
          <p:nvPr/>
        </p:nvCxnSpPr>
        <p:spPr>
          <a:xfrm rot="10800000" flipV="1">
            <a:off x="5935355" y="2208361"/>
            <a:ext cx="617757" cy="149283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1E59EA17-F260-DA9B-E44E-EE5710FEC8AA}"/>
              </a:ext>
            </a:extLst>
          </p:cNvPr>
          <p:cNvSpPr txBox="1"/>
          <p:nvPr/>
        </p:nvSpPr>
        <p:spPr>
          <a:xfrm>
            <a:off x="4258345" y="3043901"/>
            <a:ext cx="319910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305250001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305250002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305250003</a:t>
            </a:r>
          </a:p>
          <a:p>
            <a:r>
              <a:rPr lang="de-DE" sz="1200" dirty="0"/>
              <a:t>305250004</a:t>
            </a:r>
          </a:p>
          <a:p>
            <a:r>
              <a:rPr lang="de-DE" sz="1200" dirty="0"/>
              <a:t>305250005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305250006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305250007</a:t>
            </a:r>
          </a:p>
          <a:p>
            <a:r>
              <a:rPr lang="de-DE" sz="1200" dirty="0"/>
              <a:t>305250008</a:t>
            </a:r>
          </a:p>
          <a:p>
            <a:r>
              <a:rPr lang="de-DE" sz="1200" dirty="0"/>
              <a:t>305250009</a:t>
            </a:r>
          </a:p>
          <a:p>
            <a:r>
              <a:rPr lang="de-DE" sz="1200" dirty="0"/>
              <a:t>305250010</a:t>
            </a:r>
          </a:p>
          <a:p>
            <a:r>
              <a:rPr lang="de-DE" sz="1200" dirty="0"/>
              <a:t>305250011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305250012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….</a:t>
            </a:r>
          </a:p>
        </p:txBody>
      </p:sp>
      <p:sp>
        <p:nvSpPr>
          <p:cNvPr id="12" name="Denkblase: wolkenförmig 11">
            <a:extLst>
              <a:ext uri="{FF2B5EF4-FFF2-40B4-BE49-F238E27FC236}">
                <a16:creationId xmlns:a16="http://schemas.microsoft.com/office/drawing/2014/main" id="{0EEB7714-9BDB-9E34-5956-B11519CE8006}"/>
              </a:ext>
            </a:extLst>
          </p:cNvPr>
          <p:cNvSpPr/>
          <p:nvPr/>
        </p:nvSpPr>
        <p:spPr>
          <a:xfrm>
            <a:off x="9203316" y="909135"/>
            <a:ext cx="2857500" cy="774700"/>
          </a:xfrm>
          <a:prstGeom prst="cloudCallout">
            <a:avLst>
              <a:gd name="adj1" fmla="val 48056"/>
              <a:gd name="adj2" fmla="val 1004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49CA7C6-2630-6DE9-9007-855CF19109AA}"/>
              </a:ext>
            </a:extLst>
          </p:cNvPr>
          <p:cNvSpPr/>
          <p:nvPr/>
        </p:nvSpPr>
        <p:spPr>
          <a:xfrm>
            <a:off x="2976225" y="54723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tabLst>
                <a:tab pos="36000" algn="l"/>
              </a:tabLst>
            </a:pPr>
            <a:r>
              <a:rPr lang="de-DE" sz="800" dirty="0" err="1"/>
              <a:t>Pulser</a:t>
            </a:r>
            <a:endParaRPr lang="de-DE" sz="800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23EDA3CB-F587-91D5-9707-483D5FA14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359" y="611654"/>
            <a:ext cx="166165" cy="174914"/>
          </a:xfrm>
          <a:prstGeom prst="rect">
            <a:avLst/>
          </a:prstGeom>
        </p:spPr>
      </p:pic>
      <p:cxnSp>
        <p:nvCxnSpPr>
          <p:cNvPr id="18" name="Verbinder: gekrümmt 17">
            <a:extLst>
              <a:ext uri="{FF2B5EF4-FFF2-40B4-BE49-F238E27FC236}">
                <a16:creationId xmlns:a16="http://schemas.microsoft.com/office/drawing/2014/main" id="{F105DA40-A2C9-B352-B3A3-4A3339272068}"/>
              </a:ext>
            </a:extLst>
          </p:cNvPr>
          <p:cNvCxnSpPr>
            <a:cxnSpLocks/>
            <a:stCxn id="16" idx="2"/>
            <a:endCxn id="21" idx="0"/>
          </p:cNvCxnSpPr>
          <p:nvPr/>
        </p:nvCxnSpPr>
        <p:spPr>
          <a:xfrm rot="16200000" flipH="1">
            <a:off x="4543477" y="-281565"/>
            <a:ext cx="1097465" cy="3593258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hteck 20">
            <a:extLst>
              <a:ext uri="{FF2B5EF4-FFF2-40B4-BE49-F238E27FC236}">
                <a16:creationId xmlns:a16="http://schemas.microsoft.com/office/drawing/2014/main" id="{18D67303-DDAF-DECE-AA32-03B1F6D1F147}"/>
              </a:ext>
            </a:extLst>
          </p:cNvPr>
          <p:cNvSpPr/>
          <p:nvPr/>
        </p:nvSpPr>
        <p:spPr>
          <a:xfrm>
            <a:off x="6569483" y="2063797"/>
            <a:ext cx="638710" cy="4191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</p:spTree>
    <p:extLst>
      <p:ext uri="{BB962C8B-B14F-4D97-AF65-F5344CB8AC3E}">
        <p14:creationId xmlns:p14="http://schemas.microsoft.com/office/powerpoint/2010/main" val="3554641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E1720E32-2778-FD76-0980-00056407BC3A}"/>
              </a:ext>
            </a:extLst>
          </p:cNvPr>
          <p:cNvSpPr/>
          <p:nvPr/>
        </p:nvSpPr>
        <p:spPr>
          <a:xfrm>
            <a:off x="1959932" y="968608"/>
            <a:ext cx="2691267" cy="177209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3" name="Zylinder 12">
            <a:extLst>
              <a:ext uri="{FF2B5EF4-FFF2-40B4-BE49-F238E27FC236}">
                <a16:creationId xmlns:a16="http://schemas.microsoft.com/office/drawing/2014/main" id="{C8423EF7-D917-5A05-27C5-620DD8ECFD75}"/>
              </a:ext>
            </a:extLst>
          </p:cNvPr>
          <p:cNvSpPr/>
          <p:nvPr/>
        </p:nvSpPr>
        <p:spPr>
          <a:xfrm>
            <a:off x="4401124" y="2072241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OperationalDS</a:t>
            </a:r>
          </a:p>
        </p:txBody>
      </p:sp>
      <p:sp>
        <p:nvSpPr>
          <p:cNvPr id="14" name="Scrollen: vertikal 13">
            <a:extLst>
              <a:ext uri="{FF2B5EF4-FFF2-40B4-BE49-F238E27FC236}">
                <a16:creationId xmlns:a16="http://schemas.microsoft.com/office/drawing/2014/main" id="{BA8710C2-0A0E-D6F0-2889-9C9559293FE4}"/>
              </a:ext>
            </a:extLst>
          </p:cNvPr>
          <p:cNvSpPr/>
          <p:nvPr/>
        </p:nvSpPr>
        <p:spPr>
          <a:xfrm>
            <a:off x="2835855" y="3137674"/>
            <a:ext cx="1609724" cy="1303020"/>
          </a:xfrm>
          <a:prstGeom prst="verticalScroll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</a:rPr>
              <a:t>CurrentAlarms</a:t>
            </a:r>
            <a:endParaRPr lang="de-DE" sz="1200" dirty="0">
              <a:solidFill>
                <a:schemeClr val="tx1"/>
              </a:solidFill>
            </a:endParaRP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(</a:t>
            </a:r>
            <a:r>
              <a:rPr lang="de-DE" sz="1200" dirty="0" err="1">
                <a:solidFill>
                  <a:schemeClr val="tx1"/>
                </a:solidFill>
              </a:rPr>
              <a:t>ToDo</a:t>
            </a:r>
            <a:r>
              <a:rPr lang="de-DE" sz="1200" dirty="0">
                <a:solidFill>
                  <a:schemeClr val="tx1"/>
                </a:solidFill>
              </a:rPr>
              <a:t>-List)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EDB618E1-5CD5-3BFC-C80E-0CCD290421B2}"/>
              </a:ext>
            </a:extLst>
          </p:cNvPr>
          <p:cNvSpPr txBox="1"/>
          <p:nvPr/>
        </p:nvSpPr>
        <p:spPr>
          <a:xfrm>
            <a:off x="2130034" y="1223111"/>
            <a:ext cx="223744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/>
              <a:t>Monitoring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A0D2CB19-55B0-4F8C-DF98-3EB39F22DBFB}"/>
              </a:ext>
            </a:extLst>
          </p:cNvPr>
          <p:cNvSpPr/>
          <p:nvPr/>
        </p:nvSpPr>
        <p:spPr>
          <a:xfrm>
            <a:off x="2710249" y="1887033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262C802D-440E-E5C6-047D-8E3C7EECB795}"/>
              </a:ext>
            </a:extLst>
          </p:cNvPr>
          <p:cNvSpPr/>
          <p:nvPr/>
        </p:nvSpPr>
        <p:spPr>
          <a:xfrm>
            <a:off x="2901007" y="214091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FEE0BD48-47A5-CACC-EE11-FFD424709B6A}"/>
              </a:ext>
            </a:extLst>
          </p:cNvPr>
          <p:cNvSpPr/>
          <p:nvPr/>
        </p:nvSpPr>
        <p:spPr>
          <a:xfrm>
            <a:off x="3506326" y="222630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53" name="Zylinder 52">
            <a:extLst>
              <a:ext uri="{FF2B5EF4-FFF2-40B4-BE49-F238E27FC236}">
                <a16:creationId xmlns:a16="http://schemas.microsoft.com/office/drawing/2014/main" id="{C6F32473-70BC-F2E9-9019-5981DAD6DD7F}"/>
              </a:ext>
            </a:extLst>
          </p:cNvPr>
          <p:cNvSpPr/>
          <p:nvPr/>
        </p:nvSpPr>
        <p:spPr>
          <a:xfrm>
            <a:off x="583723" y="2107215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RunningDS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A7E4105C-F19B-62F0-0515-938A3EBC60B9}"/>
              </a:ext>
            </a:extLst>
          </p:cNvPr>
          <p:cNvSpPr/>
          <p:nvPr/>
        </p:nvSpPr>
        <p:spPr>
          <a:xfrm>
            <a:off x="3243858" y="1259521"/>
            <a:ext cx="638710" cy="4191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83F15AB-FB62-4BC4-8B1A-69A69C4C9EF2}"/>
              </a:ext>
            </a:extLst>
          </p:cNvPr>
          <p:cNvSpPr txBox="1"/>
          <p:nvPr/>
        </p:nvSpPr>
        <p:spPr>
          <a:xfrm>
            <a:off x="103302" y="3043901"/>
            <a:ext cx="319910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305250001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305250002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305250003</a:t>
            </a:r>
          </a:p>
          <a:p>
            <a:r>
              <a:rPr lang="de-DE" sz="1200" dirty="0"/>
              <a:t>305250004</a:t>
            </a:r>
          </a:p>
          <a:p>
            <a:r>
              <a:rPr lang="de-DE" sz="1200" dirty="0"/>
              <a:t>305250005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305250006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305250007</a:t>
            </a:r>
          </a:p>
          <a:p>
            <a:r>
              <a:rPr lang="de-DE" sz="1200" dirty="0"/>
              <a:t>305250008</a:t>
            </a:r>
          </a:p>
          <a:p>
            <a:r>
              <a:rPr lang="de-DE" sz="1200" dirty="0"/>
              <a:t>305250009</a:t>
            </a:r>
          </a:p>
          <a:p>
            <a:r>
              <a:rPr lang="de-DE" sz="1200" dirty="0"/>
              <a:t>305250010</a:t>
            </a:r>
          </a:p>
          <a:p>
            <a:r>
              <a:rPr lang="de-DE" sz="1200" dirty="0"/>
              <a:t>305250011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305250012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….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408C925-CE21-1DE4-ABA6-F9FD389F0F75}"/>
              </a:ext>
            </a:extLst>
          </p:cNvPr>
          <p:cNvSpPr txBox="1"/>
          <p:nvPr/>
        </p:nvSpPr>
        <p:spPr>
          <a:xfrm>
            <a:off x="5935125" y="860720"/>
            <a:ext cx="319910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305250001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305250002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305250003</a:t>
            </a:r>
          </a:p>
          <a:p>
            <a:r>
              <a:rPr lang="de-DE" sz="1200" dirty="0"/>
              <a:t>305250004</a:t>
            </a:r>
          </a:p>
          <a:p>
            <a:r>
              <a:rPr lang="de-DE" sz="1200" dirty="0"/>
              <a:t>305250005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305250006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305250007</a:t>
            </a:r>
          </a:p>
          <a:p>
            <a:r>
              <a:rPr lang="de-DE" sz="1200" dirty="0"/>
              <a:t>305250008</a:t>
            </a:r>
          </a:p>
          <a:p>
            <a:r>
              <a:rPr lang="de-DE" sz="1200" dirty="0"/>
              <a:t>305250009</a:t>
            </a:r>
          </a:p>
          <a:p>
            <a:r>
              <a:rPr lang="de-DE" sz="1200" dirty="0"/>
              <a:t>305250010</a:t>
            </a:r>
          </a:p>
          <a:p>
            <a:r>
              <a:rPr lang="de-DE" sz="1200" dirty="0"/>
              <a:t>305250011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305250012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….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B1F3CF2C-9629-7F03-BF98-BB42847C35EC}"/>
              </a:ext>
            </a:extLst>
          </p:cNvPr>
          <p:cNvSpPr txBox="1"/>
          <p:nvPr/>
        </p:nvSpPr>
        <p:spPr>
          <a:xfrm>
            <a:off x="4335571" y="3886841"/>
            <a:ext cx="319910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305250001: 576</a:t>
            </a:r>
          </a:p>
          <a:p>
            <a:r>
              <a:rPr lang="de-DE" sz="1200" dirty="0"/>
              <a:t>305250002: 576 </a:t>
            </a:r>
          </a:p>
          <a:p>
            <a:r>
              <a:rPr lang="de-DE" sz="1200" dirty="0"/>
              <a:t>305250003</a:t>
            </a:r>
          </a:p>
          <a:p>
            <a:r>
              <a:rPr lang="de-DE" sz="1200" dirty="0"/>
              <a:t>305250004</a:t>
            </a:r>
          </a:p>
          <a:p>
            <a:r>
              <a:rPr lang="de-DE" sz="1200" dirty="0"/>
              <a:t>305250005: 576 </a:t>
            </a:r>
          </a:p>
          <a:p>
            <a:r>
              <a:rPr lang="de-DE" sz="1200" dirty="0"/>
              <a:t>305250006: 576 </a:t>
            </a:r>
          </a:p>
          <a:p>
            <a:r>
              <a:rPr lang="de-DE" sz="1200" dirty="0"/>
              <a:t>305250007</a:t>
            </a:r>
          </a:p>
          <a:p>
            <a:r>
              <a:rPr lang="de-DE" sz="1200" dirty="0"/>
              <a:t>305250008</a:t>
            </a:r>
          </a:p>
          <a:p>
            <a:r>
              <a:rPr lang="de-DE" sz="1200" dirty="0"/>
              <a:t>305250009</a:t>
            </a:r>
          </a:p>
          <a:p>
            <a:r>
              <a:rPr lang="de-DE" sz="1200" dirty="0"/>
              <a:t>305250010</a:t>
            </a:r>
          </a:p>
          <a:p>
            <a:r>
              <a:rPr lang="de-DE" sz="1200" dirty="0"/>
              <a:t>305250011: 576 </a:t>
            </a:r>
          </a:p>
          <a:p>
            <a:r>
              <a:rPr lang="de-DE" sz="1200" dirty="0"/>
              <a:t>305250012: 576 </a:t>
            </a:r>
          </a:p>
          <a:p>
            <a:r>
              <a:rPr lang="de-DE" sz="1200" dirty="0"/>
              <a:t>….</a:t>
            </a:r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FB4D17F9-2E3E-3FF2-5C65-59536AE6106C}"/>
              </a:ext>
            </a:extLst>
          </p:cNvPr>
          <p:cNvSpPr/>
          <p:nvPr/>
        </p:nvSpPr>
        <p:spPr>
          <a:xfrm>
            <a:off x="1033125" y="500929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tabLst>
                <a:tab pos="36000" algn="l"/>
              </a:tabLst>
            </a:pPr>
            <a:r>
              <a:rPr lang="de-DE" sz="800" dirty="0" err="1"/>
              <a:t>Pulser</a:t>
            </a:r>
            <a:endParaRPr lang="de-DE" sz="800" dirty="0"/>
          </a:p>
        </p:txBody>
      </p:sp>
      <p:pic>
        <p:nvPicPr>
          <p:cNvPr id="68" name="Grafik 67">
            <a:extLst>
              <a:ext uri="{FF2B5EF4-FFF2-40B4-BE49-F238E27FC236}">
                <a16:creationId xmlns:a16="http://schemas.microsoft.com/office/drawing/2014/main" id="{FCE9BE03-64EE-F967-B541-A6437632B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59" y="565351"/>
            <a:ext cx="166165" cy="174914"/>
          </a:xfrm>
          <a:prstGeom prst="rect">
            <a:avLst/>
          </a:prstGeom>
        </p:spPr>
      </p:pic>
      <p:cxnSp>
        <p:nvCxnSpPr>
          <p:cNvPr id="69" name="Verbinder: gekrümmt 68">
            <a:extLst>
              <a:ext uri="{FF2B5EF4-FFF2-40B4-BE49-F238E27FC236}">
                <a16:creationId xmlns:a16="http://schemas.microsoft.com/office/drawing/2014/main" id="{8DFC19B9-4C4F-D97B-E2CE-C41C4E69DB85}"/>
              </a:ext>
            </a:extLst>
          </p:cNvPr>
          <p:cNvCxnSpPr>
            <a:cxnSpLocks/>
            <a:stCxn id="67" idx="2"/>
            <a:endCxn id="65" idx="0"/>
          </p:cNvCxnSpPr>
          <p:nvPr/>
        </p:nvCxnSpPr>
        <p:spPr>
          <a:xfrm rot="16200000" flipH="1">
            <a:off x="2288100" y="-15592"/>
            <a:ext cx="339492" cy="2210733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Verbinder: gekrümmt 71">
            <a:extLst>
              <a:ext uri="{FF2B5EF4-FFF2-40B4-BE49-F238E27FC236}">
                <a16:creationId xmlns:a16="http://schemas.microsoft.com/office/drawing/2014/main" id="{044AC8E0-3E24-9BF8-3DB7-C2CC3918E82C}"/>
              </a:ext>
            </a:extLst>
          </p:cNvPr>
          <p:cNvCxnSpPr>
            <a:cxnSpLocks/>
            <a:stCxn id="65" idx="2"/>
            <a:endCxn id="44" idx="0"/>
          </p:cNvCxnSpPr>
          <p:nvPr/>
        </p:nvCxnSpPr>
        <p:spPr>
          <a:xfrm rot="16200000" flipH="1">
            <a:off x="3452169" y="1789664"/>
            <a:ext cx="293798" cy="71711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erbinder: gekrümmt 75">
            <a:extLst>
              <a:ext uri="{FF2B5EF4-FFF2-40B4-BE49-F238E27FC236}">
                <a16:creationId xmlns:a16="http://schemas.microsoft.com/office/drawing/2014/main" id="{C076C40B-6D21-7A50-FCE0-57D1E13F0AFB}"/>
              </a:ext>
            </a:extLst>
          </p:cNvPr>
          <p:cNvCxnSpPr>
            <a:cxnSpLocks/>
            <a:stCxn id="53" idx="4"/>
            <a:endCxn id="44" idx="1"/>
          </p:cNvCxnSpPr>
          <p:nvPr/>
        </p:nvCxnSpPr>
        <p:spPr>
          <a:xfrm flipV="1">
            <a:off x="2117953" y="2181969"/>
            <a:ext cx="1197616" cy="210650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Verbinder: gekrümmt 76">
            <a:extLst>
              <a:ext uri="{FF2B5EF4-FFF2-40B4-BE49-F238E27FC236}">
                <a16:creationId xmlns:a16="http://schemas.microsoft.com/office/drawing/2014/main" id="{32F00CAD-0F96-4071-6C61-D8186B5DB78A}"/>
              </a:ext>
            </a:extLst>
          </p:cNvPr>
          <p:cNvCxnSpPr>
            <a:cxnSpLocks/>
            <a:stCxn id="44" idx="1"/>
            <a:endCxn id="53" idx="1"/>
          </p:cNvCxnSpPr>
          <p:nvPr/>
        </p:nvCxnSpPr>
        <p:spPr>
          <a:xfrm rot="10800000">
            <a:off x="1350839" y="2107215"/>
            <a:ext cx="1964731" cy="74754"/>
          </a:xfrm>
          <a:prstGeom prst="curvedConnector4">
            <a:avLst>
              <a:gd name="adj1" fmla="val 30478"/>
              <a:gd name="adj2" fmla="val 40580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hteck 43">
            <a:extLst>
              <a:ext uri="{FF2B5EF4-FFF2-40B4-BE49-F238E27FC236}">
                <a16:creationId xmlns:a16="http://schemas.microsoft.com/office/drawing/2014/main" id="{E8549BA0-4360-9122-59D1-03206E9A579F}"/>
              </a:ext>
            </a:extLst>
          </p:cNvPr>
          <p:cNvSpPr/>
          <p:nvPr/>
        </p:nvSpPr>
        <p:spPr>
          <a:xfrm>
            <a:off x="3315569" y="1972419"/>
            <a:ext cx="638710" cy="4191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cxnSp>
        <p:nvCxnSpPr>
          <p:cNvPr id="75" name="Verbinder: gekrümmt 74">
            <a:extLst>
              <a:ext uri="{FF2B5EF4-FFF2-40B4-BE49-F238E27FC236}">
                <a16:creationId xmlns:a16="http://schemas.microsoft.com/office/drawing/2014/main" id="{B11C8AD3-94DC-0598-68F2-F6B4EE9E2EB6}"/>
              </a:ext>
            </a:extLst>
          </p:cNvPr>
          <p:cNvCxnSpPr>
            <a:cxnSpLocks/>
            <a:stCxn id="13" idx="2"/>
          </p:cNvCxnSpPr>
          <p:nvPr/>
        </p:nvCxnSpPr>
        <p:spPr>
          <a:xfrm rot="10800000">
            <a:off x="3954278" y="2173317"/>
            <a:ext cx="446846" cy="184328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Verbinder: gekrümmt 77">
            <a:extLst>
              <a:ext uri="{FF2B5EF4-FFF2-40B4-BE49-F238E27FC236}">
                <a16:creationId xmlns:a16="http://schemas.microsoft.com/office/drawing/2014/main" id="{B535C1A9-51FA-4E71-9035-8C7B51B8FEBB}"/>
              </a:ext>
            </a:extLst>
          </p:cNvPr>
          <p:cNvCxnSpPr>
            <a:cxnSpLocks/>
            <a:stCxn id="44" idx="3"/>
            <a:endCxn id="13" idx="1"/>
          </p:cNvCxnSpPr>
          <p:nvPr/>
        </p:nvCxnSpPr>
        <p:spPr>
          <a:xfrm flipV="1">
            <a:off x="3954279" y="2072241"/>
            <a:ext cx="1213960" cy="109728"/>
          </a:xfrm>
          <a:prstGeom prst="curvedConnector4">
            <a:avLst>
              <a:gd name="adj1" fmla="val 18404"/>
              <a:gd name="adj2" fmla="val 39930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Verbinder: gekrümmt 86">
            <a:extLst>
              <a:ext uri="{FF2B5EF4-FFF2-40B4-BE49-F238E27FC236}">
                <a16:creationId xmlns:a16="http://schemas.microsoft.com/office/drawing/2014/main" id="{F3004628-F737-54D2-B66F-8D366A47B3F4}"/>
              </a:ext>
            </a:extLst>
          </p:cNvPr>
          <p:cNvCxnSpPr>
            <a:cxnSpLocks/>
            <a:stCxn id="44" idx="2"/>
          </p:cNvCxnSpPr>
          <p:nvPr/>
        </p:nvCxnSpPr>
        <p:spPr>
          <a:xfrm rot="16200000" flipH="1">
            <a:off x="3408036" y="2618407"/>
            <a:ext cx="746155" cy="292378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Verbinder: gewinkelt 90">
            <a:extLst>
              <a:ext uri="{FF2B5EF4-FFF2-40B4-BE49-F238E27FC236}">
                <a16:creationId xmlns:a16="http://schemas.microsoft.com/office/drawing/2014/main" id="{F53CE8AA-F022-6B15-8CCA-8AEB155D9D71}"/>
              </a:ext>
            </a:extLst>
          </p:cNvPr>
          <p:cNvCxnSpPr/>
          <p:nvPr/>
        </p:nvCxnSpPr>
        <p:spPr>
          <a:xfrm>
            <a:off x="8887432" y="3898363"/>
            <a:ext cx="3304568" cy="1468092"/>
          </a:xfrm>
          <a:prstGeom prst="bentConnector3">
            <a:avLst>
              <a:gd name="adj1" fmla="val 423"/>
            </a:avLst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Verbinder: gewinkelt 91">
            <a:extLst>
              <a:ext uri="{FF2B5EF4-FFF2-40B4-BE49-F238E27FC236}">
                <a16:creationId xmlns:a16="http://schemas.microsoft.com/office/drawing/2014/main" id="{FC1F681D-70CD-276D-CFF8-5034BBAFA0EB}"/>
              </a:ext>
            </a:extLst>
          </p:cNvPr>
          <p:cNvCxnSpPr>
            <a:cxnSpLocks/>
          </p:cNvCxnSpPr>
          <p:nvPr/>
        </p:nvCxnSpPr>
        <p:spPr>
          <a:xfrm>
            <a:off x="8887432" y="3807202"/>
            <a:ext cx="3304568" cy="1559253"/>
          </a:xfrm>
          <a:prstGeom prst="bentConnector3">
            <a:avLst>
              <a:gd name="adj1" fmla="val 99534"/>
            </a:avLst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Verbinder: gekrümmt 95">
            <a:extLst>
              <a:ext uri="{FF2B5EF4-FFF2-40B4-BE49-F238E27FC236}">
                <a16:creationId xmlns:a16="http://schemas.microsoft.com/office/drawing/2014/main" id="{3D870E44-95A9-BFCB-F105-CB15FF16484C}"/>
              </a:ext>
            </a:extLst>
          </p:cNvPr>
          <p:cNvCxnSpPr>
            <a:cxnSpLocks/>
            <a:stCxn id="14" idx="3"/>
          </p:cNvCxnSpPr>
          <p:nvPr/>
        </p:nvCxnSpPr>
        <p:spPr>
          <a:xfrm rot="10800000" flipH="1" flipV="1">
            <a:off x="4282702" y="3789183"/>
            <a:ext cx="4604730" cy="524235"/>
          </a:xfrm>
          <a:prstGeom prst="curvedConnector5">
            <a:avLst>
              <a:gd name="adj1" fmla="val 30830"/>
              <a:gd name="adj2" fmla="val -40834"/>
              <a:gd name="adj3" fmla="val 8318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feld 102">
            <a:extLst>
              <a:ext uri="{FF2B5EF4-FFF2-40B4-BE49-F238E27FC236}">
                <a16:creationId xmlns:a16="http://schemas.microsoft.com/office/drawing/2014/main" id="{C701FA8D-961B-E462-480C-7DEB5149ECB8}"/>
              </a:ext>
            </a:extLst>
          </p:cNvPr>
          <p:cNvSpPr txBox="1"/>
          <p:nvPr/>
        </p:nvSpPr>
        <p:spPr>
          <a:xfrm>
            <a:off x="5841193" y="3621364"/>
            <a:ext cx="19989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AlarmRaisedNotification</a:t>
            </a:r>
            <a:endParaRPr lang="de-DE" sz="1200" dirty="0"/>
          </a:p>
        </p:txBody>
      </p:sp>
      <p:sp>
        <p:nvSpPr>
          <p:cNvPr id="104" name="Rechteck: abgerundete Ecken 103">
            <a:extLst>
              <a:ext uri="{FF2B5EF4-FFF2-40B4-BE49-F238E27FC236}">
                <a16:creationId xmlns:a16="http://schemas.microsoft.com/office/drawing/2014/main" id="{B878A3EC-B269-0BF9-F3CA-6C5A1F00D218}"/>
              </a:ext>
            </a:extLst>
          </p:cNvPr>
          <p:cNvSpPr/>
          <p:nvPr/>
        </p:nvSpPr>
        <p:spPr>
          <a:xfrm>
            <a:off x="9904032" y="4399667"/>
            <a:ext cx="1437623" cy="374321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  <a:alpha val="20000"/>
                </a:schemeClr>
              </a:gs>
              <a:gs pos="46000">
                <a:schemeClr val="accent5">
                  <a:lumMod val="95000"/>
                  <a:lumOff val="5000"/>
                  <a:alpha val="20000"/>
                </a:schemeClr>
              </a:gs>
              <a:gs pos="100000">
                <a:schemeClr val="accent5">
                  <a:lumMod val="60000"/>
                  <a:alpha val="2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rgbClr val="0C3548"/>
                </a:solidFill>
              </a:rPr>
              <a:t>Representation Tool</a:t>
            </a:r>
          </a:p>
        </p:txBody>
      </p:sp>
    </p:spTree>
    <p:extLst>
      <p:ext uri="{BB962C8B-B14F-4D97-AF65-F5344CB8AC3E}">
        <p14:creationId xmlns:p14="http://schemas.microsoft.com/office/powerpoint/2010/main" val="350358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crollen: vertikal 13">
            <a:extLst>
              <a:ext uri="{FF2B5EF4-FFF2-40B4-BE49-F238E27FC236}">
                <a16:creationId xmlns:a16="http://schemas.microsoft.com/office/drawing/2014/main" id="{BA8710C2-0A0E-D6F0-2889-9C9559293FE4}"/>
              </a:ext>
            </a:extLst>
          </p:cNvPr>
          <p:cNvSpPr/>
          <p:nvPr/>
        </p:nvSpPr>
        <p:spPr>
          <a:xfrm>
            <a:off x="2835855" y="3137674"/>
            <a:ext cx="1609724" cy="1303020"/>
          </a:xfrm>
          <a:prstGeom prst="verticalScroll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</a:rPr>
              <a:t>CurrentAlarms</a:t>
            </a:r>
            <a:endParaRPr lang="de-DE" sz="1200" dirty="0">
              <a:solidFill>
                <a:schemeClr val="tx1"/>
              </a:solidFill>
            </a:endParaRP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(</a:t>
            </a:r>
            <a:r>
              <a:rPr lang="de-DE" sz="1200" dirty="0" err="1">
                <a:solidFill>
                  <a:schemeClr val="tx1"/>
                </a:solidFill>
              </a:rPr>
              <a:t>ToDo</a:t>
            </a:r>
            <a:r>
              <a:rPr lang="de-DE" sz="1200" dirty="0">
                <a:solidFill>
                  <a:schemeClr val="tx1"/>
                </a:solidFill>
              </a:rPr>
              <a:t>-List)</a:t>
            </a:r>
          </a:p>
        </p:txBody>
      </p:sp>
      <p:sp>
        <p:nvSpPr>
          <p:cNvPr id="53" name="Zylinder 52">
            <a:extLst>
              <a:ext uri="{FF2B5EF4-FFF2-40B4-BE49-F238E27FC236}">
                <a16:creationId xmlns:a16="http://schemas.microsoft.com/office/drawing/2014/main" id="{C6F32473-70BC-F2E9-9019-5981DAD6DD7F}"/>
              </a:ext>
            </a:extLst>
          </p:cNvPr>
          <p:cNvSpPr/>
          <p:nvPr/>
        </p:nvSpPr>
        <p:spPr>
          <a:xfrm>
            <a:off x="583723" y="2107215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RunningDS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B1F3CF2C-9629-7F03-BF98-BB42847C35EC}"/>
              </a:ext>
            </a:extLst>
          </p:cNvPr>
          <p:cNvSpPr txBox="1"/>
          <p:nvPr/>
        </p:nvSpPr>
        <p:spPr>
          <a:xfrm>
            <a:off x="1422436" y="3825857"/>
            <a:ext cx="319910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305250001: 576</a:t>
            </a:r>
          </a:p>
          <a:p>
            <a:r>
              <a:rPr lang="de-DE" sz="1200" dirty="0"/>
              <a:t>305250002: 576 </a:t>
            </a:r>
          </a:p>
          <a:p>
            <a:r>
              <a:rPr lang="de-DE" sz="1200" dirty="0"/>
              <a:t>305250003</a:t>
            </a:r>
          </a:p>
          <a:p>
            <a:r>
              <a:rPr lang="de-DE" sz="1200" dirty="0"/>
              <a:t>305250004</a:t>
            </a:r>
          </a:p>
          <a:p>
            <a:r>
              <a:rPr lang="de-DE" sz="1200" dirty="0"/>
              <a:t>305250005: 576 </a:t>
            </a:r>
          </a:p>
          <a:p>
            <a:r>
              <a:rPr lang="de-DE" sz="1200" dirty="0"/>
              <a:t>305250006: 576 </a:t>
            </a:r>
          </a:p>
          <a:p>
            <a:r>
              <a:rPr lang="de-DE" sz="1200" dirty="0"/>
              <a:t>305250007</a:t>
            </a:r>
          </a:p>
          <a:p>
            <a:r>
              <a:rPr lang="de-DE" sz="1200" dirty="0"/>
              <a:t>305250008</a:t>
            </a:r>
          </a:p>
          <a:p>
            <a:r>
              <a:rPr lang="de-DE" sz="1200" dirty="0"/>
              <a:t>305250009</a:t>
            </a:r>
          </a:p>
          <a:p>
            <a:r>
              <a:rPr lang="de-DE" sz="1200" dirty="0"/>
              <a:t>305250010</a:t>
            </a:r>
          </a:p>
          <a:p>
            <a:r>
              <a:rPr lang="de-DE" sz="1200" dirty="0"/>
              <a:t>305250011: 576 </a:t>
            </a:r>
          </a:p>
          <a:p>
            <a:r>
              <a:rPr lang="de-DE" sz="1200" dirty="0"/>
              <a:t>305250012: 576 </a:t>
            </a:r>
          </a:p>
          <a:p>
            <a:r>
              <a:rPr lang="de-DE" sz="1200" dirty="0"/>
              <a:t>….</a:t>
            </a:r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FB4D17F9-2E3E-3FF2-5C65-59536AE6106C}"/>
              </a:ext>
            </a:extLst>
          </p:cNvPr>
          <p:cNvSpPr/>
          <p:nvPr/>
        </p:nvSpPr>
        <p:spPr>
          <a:xfrm>
            <a:off x="1033125" y="500929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tabLst>
                <a:tab pos="36000" algn="l"/>
              </a:tabLst>
            </a:pPr>
            <a:r>
              <a:rPr lang="de-DE" sz="800" dirty="0" err="1"/>
              <a:t>Pulser</a:t>
            </a:r>
            <a:endParaRPr lang="de-DE" sz="800" dirty="0"/>
          </a:p>
        </p:txBody>
      </p:sp>
      <p:pic>
        <p:nvPicPr>
          <p:cNvPr id="68" name="Grafik 67">
            <a:extLst>
              <a:ext uri="{FF2B5EF4-FFF2-40B4-BE49-F238E27FC236}">
                <a16:creationId xmlns:a16="http://schemas.microsoft.com/office/drawing/2014/main" id="{FCE9BE03-64EE-F967-B541-A6437632B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59" y="565351"/>
            <a:ext cx="166165" cy="174914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017FFAE1-BA70-48A0-C151-A146C03E75A4}"/>
              </a:ext>
            </a:extLst>
          </p:cNvPr>
          <p:cNvSpPr/>
          <p:nvPr/>
        </p:nvSpPr>
        <p:spPr>
          <a:xfrm>
            <a:off x="4750366" y="2317681"/>
            <a:ext cx="2691267" cy="24667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773214C-A374-FB92-8017-A621C742B51A}"/>
              </a:ext>
            </a:extLst>
          </p:cNvPr>
          <p:cNvSpPr/>
          <p:nvPr/>
        </p:nvSpPr>
        <p:spPr>
          <a:xfrm>
            <a:off x="6135643" y="3826963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E7780EC-CB39-7431-200E-7D2F4C2C0431}"/>
              </a:ext>
            </a:extLst>
          </p:cNvPr>
          <p:cNvSpPr/>
          <p:nvPr/>
        </p:nvSpPr>
        <p:spPr>
          <a:xfrm>
            <a:off x="6326402" y="4080846"/>
            <a:ext cx="638710" cy="4191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A7579AC-F4AA-11A3-C313-5ABE33F99E94}"/>
              </a:ext>
            </a:extLst>
          </p:cNvPr>
          <p:cNvSpPr/>
          <p:nvPr/>
        </p:nvSpPr>
        <p:spPr>
          <a:xfrm>
            <a:off x="6178315" y="3198313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924A8E4-2308-2ACB-BFD1-A70A44FD2D49}"/>
              </a:ext>
            </a:extLst>
          </p:cNvPr>
          <p:cNvSpPr/>
          <p:nvPr/>
        </p:nvSpPr>
        <p:spPr>
          <a:xfrm>
            <a:off x="6369073" y="345219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E9480D9-0436-AEDE-8B5D-E86CB55DA392}"/>
              </a:ext>
            </a:extLst>
          </p:cNvPr>
          <p:cNvSpPr txBox="1"/>
          <p:nvPr/>
        </p:nvSpPr>
        <p:spPr>
          <a:xfrm>
            <a:off x="4815938" y="2861116"/>
            <a:ext cx="246540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1200"/>
              <a:t>Implementation  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7C950E17-0724-37BE-2C37-2C11925877A6}"/>
              </a:ext>
            </a:extLst>
          </p:cNvPr>
          <p:cNvCxnSpPr>
            <a:cxnSpLocks/>
          </p:cNvCxnSpPr>
          <p:nvPr/>
        </p:nvCxnSpPr>
        <p:spPr>
          <a:xfrm>
            <a:off x="7039073" y="3553358"/>
            <a:ext cx="20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32FF3E97-6DD6-611B-1BE2-4F3D8E4867FF}"/>
              </a:ext>
            </a:extLst>
          </p:cNvPr>
          <p:cNvCxnSpPr>
            <a:cxnSpLocks/>
          </p:cNvCxnSpPr>
          <p:nvPr/>
        </p:nvCxnSpPr>
        <p:spPr>
          <a:xfrm flipH="1" flipV="1">
            <a:off x="7039073" y="3662685"/>
            <a:ext cx="201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CE4763EB-BA74-C5C0-13B7-2CFA05C79026}"/>
              </a:ext>
            </a:extLst>
          </p:cNvPr>
          <p:cNvCxnSpPr>
            <a:cxnSpLocks/>
          </p:cNvCxnSpPr>
          <p:nvPr/>
        </p:nvCxnSpPr>
        <p:spPr>
          <a:xfrm>
            <a:off x="6815043" y="3301092"/>
            <a:ext cx="20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C22A3CE9-C6B0-DDFB-8F7D-F8C38B5DD80B}"/>
              </a:ext>
            </a:extLst>
          </p:cNvPr>
          <p:cNvCxnSpPr>
            <a:cxnSpLocks/>
          </p:cNvCxnSpPr>
          <p:nvPr/>
        </p:nvCxnSpPr>
        <p:spPr>
          <a:xfrm flipH="1" flipV="1">
            <a:off x="6815043" y="3410419"/>
            <a:ext cx="201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hteck 24">
            <a:extLst>
              <a:ext uri="{FF2B5EF4-FFF2-40B4-BE49-F238E27FC236}">
                <a16:creationId xmlns:a16="http://schemas.microsoft.com/office/drawing/2014/main" id="{78D22083-EA3A-5315-3399-7D4BF3EF8493}"/>
              </a:ext>
            </a:extLst>
          </p:cNvPr>
          <p:cNvSpPr/>
          <p:nvPr/>
        </p:nvSpPr>
        <p:spPr>
          <a:xfrm>
            <a:off x="4997343" y="3343394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13" name="Zylinder 12">
            <a:extLst>
              <a:ext uri="{FF2B5EF4-FFF2-40B4-BE49-F238E27FC236}">
                <a16:creationId xmlns:a16="http://schemas.microsoft.com/office/drawing/2014/main" id="{C8423EF7-D917-5A05-27C5-620DD8ECFD75}"/>
              </a:ext>
            </a:extLst>
          </p:cNvPr>
          <p:cNvSpPr/>
          <p:nvPr/>
        </p:nvSpPr>
        <p:spPr>
          <a:xfrm>
            <a:off x="4401124" y="2072241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OperationalDS</a:t>
            </a:r>
          </a:p>
        </p:txBody>
      </p:sp>
      <p:cxnSp>
        <p:nvCxnSpPr>
          <p:cNvPr id="69" name="Verbinder: gekrümmt 68">
            <a:extLst>
              <a:ext uri="{FF2B5EF4-FFF2-40B4-BE49-F238E27FC236}">
                <a16:creationId xmlns:a16="http://schemas.microsoft.com/office/drawing/2014/main" id="{8DFC19B9-4C4F-D97B-E2CE-C41C4E69DB85}"/>
              </a:ext>
            </a:extLst>
          </p:cNvPr>
          <p:cNvCxnSpPr>
            <a:cxnSpLocks/>
            <a:stCxn id="67" idx="2"/>
            <a:endCxn id="25" idx="0"/>
          </p:cNvCxnSpPr>
          <p:nvPr/>
        </p:nvCxnSpPr>
        <p:spPr>
          <a:xfrm rot="16200000" flipH="1">
            <a:off x="2122907" y="149602"/>
            <a:ext cx="2423365" cy="3964218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Verbinder: gekrümmt 33">
            <a:extLst>
              <a:ext uri="{FF2B5EF4-FFF2-40B4-BE49-F238E27FC236}">
                <a16:creationId xmlns:a16="http://schemas.microsoft.com/office/drawing/2014/main" id="{3ED79C56-7F88-A44B-F7E6-BD14EE9AF20B}"/>
              </a:ext>
            </a:extLst>
          </p:cNvPr>
          <p:cNvCxnSpPr>
            <a:cxnSpLocks/>
            <a:stCxn id="25" idx="2"/>
            <a:endCxn id="7" idx="1"/>
          </p:cNvCxnSpPr>
          <p:nvPr/>
        </p:nvCxnSpPr>
        <p:spPr>
          <a:xfrm rot="16200000" flipH="1">
            <a:off x="5557599" y="3521593"/>
            <a:ext cx="527902" cy="1009704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Verbinder: gekrümmt 35">
            <a:extLst>
              <a:ext uri="{FF2B5EF4-FFF2-40B4-BE49-F238E27FC236}">
                <a16:creationId xmlns:a16="http://schemas.microsoft.com/office/drawing/2014/main" id="{D93F67EB-0FC7-913E-71C1-C7AF435B6489}"/>
              </a:ext>
            </a:extLst>
          </p:cNvPr>
          <p:cNvCxnSpPr>
            <a:cxnSpLocks/>
          </p:cNvCxnSpPr>
          <p:nvPr/>
        </p:nvCxnSpPr>
        <p:spPr>
          <a:xfrm flipV="1">
            <a:off x="4401124" y="3662685"/>
            <a:ext cx="596219" cy="16317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Verbinder: gekrümmt 36">
            <a:extLst>
              <a:ext uri="{FF2B5EF4-FFF2-40B4-BE49-F238E27FC236}">
                <a16:creationId xmlns:a16="http://schemas.microsoft.com/office/drawing/2014/main" id="{0E94DBD6-29EA-1855-EAEF-4AA5DFF22406}"/>
              </a:ext>
            </a:extLst>
          </p:cNvPr>
          <p:cNvCxnSpPr>
            <a:cxnSpLocks/>
            <a:stCxn id="25" idx="1"/>
            <a:endCxn id="14" idx="0"/>
          </p:cNvCxnSpPr>
          <p:nvPr/>
        </p:nvCxnSpPr>
        <p:spPr>
          <a:xfrm rot="10800000">
            <a:off x="3640717" y="3137674"/>
            <a:ext cx="1356626" cy="415270"/>
          </a:xfrm>
          <a:prstGeom prst="curvedConnector4">
            <a:avLst>
              <a:gd name="adj1" fmla="val 20336"/>
              <a:gd name="adj2" fmla="val 15504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Denkblase: wolkenförmig 63">
            <a:extLst>
              <a:ext uri="{FF2B5EF4-FFF2-40B4-BE49-F238E27FC236}">
                <a16:creationId xmlns:a16="http://schemas.microsoft.com/office/drawing/2014/main" id="{951D2010-FEBC-7F54-D332-13FB9741BA32}"/>
              </a:ext>
            </a:extLst>
          </p:cNvPr>
          <p:cNvSpPr/>
          <p:nvPr/>
        </p:nvSpPr>
        <p:spPr>
          <a:xfrm>
            <a:off x="8637235" y="5190751"/>
            <a:ext cx="2857500" cy="774700"/>
          </a:xfrm>
          <a:prstGeom prst="cloudCallout">
            <a:avLst>
              <a:gd name="adj1" fmla="val 48056"/>
              <a:gd name="adj2" fmla="val 1004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70" name="Verbinder: gewinkelt 69">
            <a:extLst>
              <a:ext uri="{FF2B5EF4-FFF2-40B4-BE49-F238E27FC236}">
                <a16:creationId xmlns:a16="http://schemas.microsoft.com/office/drawing/2014/main" id="{430F3737-4788-B4F8-C871-7B0B99D7C0A2}"/>
              </a:ext>
            </a:extLst>
          </p:cNvPr>
          <p:cNvCxnSpPr>
            <a:cxnSpLocks/>
          </p:cNvCxnSpPr>
          <p:nvPr/>
        </p:nvCxnSpPr>
        <p:spPr>
          <a:xfrm>
            <a:off x="7007783" y="4180910"/>
            <a:ext cx="2816429" cy="1257472"/>
          </a:xfrm>
          <a:prstGeom prst="bentConnector3">
            <a:avLst>
              <a:gd name="adj1" fmla="val 10013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Verbinder: gewinkelt 87">
            <a:extLst>
              <a:ext uri="{FF2B5EF4-FFF2-40B4-BE49-F238E27FC236}">
                <a16:creationId xmlns:a16="http://schemas.microsoft.com/office/drawing/2014/main" id="{E722A118-8099-7B41-DD09-E002CBCBF694}"/>
              </a:ext>
            </a:extLst>
          </p:cNvPr>
          <p:cNvCxnSpPr>
            <a:cxnSpLocks/>
          </p:cNvCxnSpPr>
          <p:nvPr/>
        </p:nvCxnSpPr>
        <p:spPr>
          <a:xfrm>
            <a:off x="7039073" y="4303447"/>
            <a:ext cx="2684258" cy="1102746"/>
          </a:xfrm>
          <a:prstGeom prst="bentConnector3">
            <a:avLst>
              <a:gd name="adj1" fmla="val 99626"/>
            </a:avLst>
          </a:prstGeom>
          <a:ln>
            <a:solidFill>
              <a:srgbClr val="FF0000"/>
            </a:solidFill>
            <a:prstDash val="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feld 92">
            <a:extLst>
              <a:ext uri="{FF2B5EF4-FFF2-40B4-BE49-F238E27FC236}">
                <a16:creationId xmlns:a16="http://schemas.microsoft.com/office/drawing/2014/main" id="{680DC67F-86BA-1DEA-0A9F-0BA5BC53C702}"/>
              </a:ext>
            </a:extLst>
          </p:cNvPr>
          <p:cNvSpPr txBox="1"/>
          <p:nvPr/>
        </p:nvSpPr>
        <p:spPr>
          <a:xfrm>
            <a:off x="8583819" y="3925492"/>
            <a:ext cx="14175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FirmwareUpgrade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541643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5CC0108A-C49A-E734-44BC-C0D8312C2381}"/>
              </a:ext>
            </a:extLst>
          </p:cNvPr>
          <p:cNvSpPr/>
          <p:nvPr/>
        </p:nvSpPr>
        <p:spPr>
          <a:xfrm>
            <a:off x="5239371" y="1045306"/>
            <a:ext cx="2465406" cy="153018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3" name="Zylinder 12">
            <a:extLst>
              <a:ext uri="{FF2B5EF4-FFF2-40B4-BE49-F238E27FC236}">
                <a16:creationId xmlns:a16="http://schemas.microsoft.com/office/drawing/2014/main" id="{C8423EF7-D917-5A05-27C5-620DD8ECFD75}"/>
              </a:ext>
            </a:extLst>
          </p:cNvPr>
          <p:cNvSpPr/>
          <p:nvPr/>
        </p:nvSpPr>
        <p:spPr>
          <a:xfrm>
            <a:off x="4401124" y="2072241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OperationalDS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54E93A30-0B5F-83DB-0280-53C868E7D9A4}"/>
              </a:ext>
            </a:extLst>
          </p:cNvPr>
          <p:cNvSpPr txBox="1"/>
          <p:nvPr/>
        </p:nvSpPr>
        <p:spPr>
          <a:xfrm>
            <a:off x="5408372" y="1223111"/>
            <a:ext cx="242216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/>
              <a:t>Measurement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148AE7B-C0D5-239A-17E3-8E744A1CFFD4}"/>
              </a:ext>
            </a:extLst>
          </p:cNvPr>
          <p:cNvSpPr/>
          <p:nvPr/>
        </p:nvSpPr>
        <p:spPr>
          <a:xfrm>
            <a:off x="6612155" y="143514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4FB7210C-B2C5-F7D9-CD9E-D196743240D4}"/>
              </a:ext>
            </a:extLst>
          </p:cNvPr>
          <p:cNvSpPr/>
          <p:nvPr/>
        </p:nvSpPr>
        <p:spPr>
          <a:xfrm>
            <a:off x="6802914" y="1689029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1C5FBE3B-28EE-C967-1B35-DFA5F66CE46C}"/>
              </a:ext>
            </a:extLst>
          </p:cNvPr>
          <p:cNvCxnSpPr/>
          <p:nvPr/>
        </p:nvCxnSpPr>
        <p:spPr>
          <a:xfrm>
            <a:off x="7250865" y="151321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49496393-59F4-A14D-29BC-DEC2A62FA319}"/>
              </a:ext>
            </a:extLst>
          </p:cNvPr>
          <p:cNvCxnSpPr>
            <a:cxnSpLocks/>
          </p:cNvCxnSpPr>
          <p:nvPr/>
        </p:nvCxnSpPr>
        <p:spPr>
          <a:xfrm flipH="1" flipV="1">
            <a:off x="7250865" y="1622539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D49FBD31-CBC2-5906-EE11-19D988530817}"/>
              </a:ext>
            </a:extLst>
          </p:cNvPr>
          <p:cNvCxnSpPr/>
          <p:nvPr/>
        </p:nvCxnSpPr>
        <p:spPr>
          <a:xfrm>
            <a:off x="7441623" y="1867643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D462CA5B-818B-6F73-C3DA-197B09D90262}"/>
              </a:ext>
            </a:extLst>
          </p:cNvPr>
          <p:cNvCxnSpPr>
            <a:cxnSpLocks/>
          </p:cNvCxnSpPr>
          <p:nvPr/>
        </p:nvCxnSpPr>
        <p:spPr>
          <a:xfrm flipH="1" flipV="1">
            <a:off x="7441623" y="1976970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90C6D671-3B00-EF31-2763-6F3B6F4160F4}"/>
              </a:ext>
            </a:extLst>
          </p:cNvPr>
          <p:cNvCxnSpPr/>
          <p:nvPr/>
        </p:nvCxnSpPr>
        <p:spPr>
          <a:xfrm>
            <a:off x="7199632" y="2208362"/>
            <a:ext cx="164009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AC60F8D1-682A-62BD-CB12-C12F677B50A9}"/>
              </a:ext>
            </a:extLst>
          </p:cNvPr>
          <p:cNvCxnSpPr>
            <a:cxnSpLocks/>
          </p:cNvCxnSpPr>
          <p:nvPr/>
        </p:nvCxnSpPr>
        <p:spPr>
          <a:xfrm flipH="1" flipV="1">
            <a:off x="7199632" y="2317688"/>
            <a:ext cx="1640092" cy="8813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Zylinder 52">
            <a:extLst>
              <a:ext uri="{FF2B5EF4-FFF2-40B4-BE49-F238E27FC236}">
                <a16:creationId xmlns:a16="http://schemas.microsoft.com/office/drawing/2014/main" id="{C6F32473-70BC-F2E9-9019-5981DAD6DD7F}"/>
              </a:ext>
            </a:extLst>
          </p:cNvPr>
          <p:cNvSpPr/>
          <p:nvPr/>
        </p:nvSpPr>
        <p:spPr>
          <a:xfrm>
            <a:off x="583723" y="2107215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RunningDS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48CA799C-FCB5-9E59-844D-19904DF5CDBF}"/>
              </a:ext>
            </a:extLst>
          </p:cNvPr>
          <p:cNvSpPr/>
          <p:nvPr/>
        </p:nvSpPr>
        <p:spPr>
          <a:xfrm>
            <a:off x="5538544" y="1506663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9847264-5580-2F47-CA15-AA68F21877AF}"/>
              </a:ext>
            </a:extLst>
          </p:cNvPr>
          <p:cNvSpPr txBox="1"/>
          <p:nvPr/>
        </p:nvSpPr>
        <p:spPr>
          <a:xfrm>
            <a:off x="9740624" y="1797406"/>
            <a:ext cx="319910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305250001 =&gt; </a:t>
            </a:r>
            <a:r>
              <a:rPr lang="de-DE" sz="1200" dirty="0" err="1"/>
              <a:t>firmware</a:t>
            </a:r>
            <a:r>
              <a:rPr lang="de-DE" sz="1200" dirty="0"/>
              <a:t> </a:t>
            </a:r>
            <a:r>
              <a:rPr lang="de-DE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10.26 </a:t>
            </a:r>
          </a:p>
          <a:p>
            <a:r>
              <a:rPr lang="de-DE" sz="1200" dirty="0"/>
              <a:t>305250002 =&gt; </a:t>
            </a:r>
            <a:r>
              <a:rPr lang="de-DE" sz="1200" dirty="0" err="1"/>
              <a:t>firmware</a:t>
            </a:r>
            <a:r>
              <a:rPr lang="de-DE" sz="1200" dirty="0"/>
              <a:t> </a:t>
            </a:r>
            <a:r>
              <a:rPr lang="de-DE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10.26</a:t>
            </a:r>
            <a:r>
              <a:rPr lang="de-DE" sz="1200" dirty="0"/>
              <a:t> </a:t>
            </a:r>
          </a:p>
          <a:p>
            <a:r>
              <a:rPr lang="de-DE" sz="1200" dirty="0"/>
              <a:t>305250003</a:t>
            </a:r>
          </a:p>
          <a:p>
            <a:r>
              <a:rPr lang="de-DE" sz="1200" dirty="0"/>
              <a:t>305250004</a:t>
            </a:r>
          </a:p>
          <a:p>
            <a:r>
              <a:rPr lang="de-DE" sz="1200" dirty="0"/>
              <a:t>305250005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305250006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305250007</a:t>
            </a:r>
          </a:p>
          <a:p>
            <a:r>
              <a:rPr lang="de-DE" sz="1200" dirty="0"/>
              <a:t>305250008</a:t>
            </a:r>
          </a:p>
          <a:p>
            <a:r>
              <a:rPr lang="de-DE" sz="1200" dirty="0"/>
              <a:t>305250009</a:t>
            </a:r>
          </a:p>
          <a:p>
            <a:r>
              <a:rPr lang="de-DE" sz="1200" dirty="0"/>
              <a:t>305250010</a:t>
            </a:r>
          </a:p>
          <a:p>
            <a:r>
              <a:rPr lang="de-DE" sz="1200" dirty="0"/>
              <a:t>305250011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305250012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….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38AC18A-1B17-83C9-4536-A91C6CB42F44}"/>
              </a:ext>
            </a:extLst>
          </p:cNvPr>
          <p:cNvSpPr txBox="1"/>
          <p:nvPr/>
        </p:nvSpPr>
        <p:spPr>
          <a:xfrm>
            <a:off x="103302" y="3043901"/>
            <a:ext cx="319910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305250001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305250002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305250003</a:t>
            </a:r>
          </a:p>
          <a:p>
            <a:r>
              <a:rPr lang="de-DE" sz="1200" dirty="0"/>
              <a:t>305250004</a:t>
            </a:r>
          </a:p>
          <a:p>
            <a:r>
              <a:rPr lang="de-DE" sz="1200" dirty="0"/>
              <a:t>305250005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305250006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305250007</a:t>
            </a:r>
          </a:p>
          <a:p>
            <a:r>
              <a:rPr lang="de-DE" sz="1200" dirty="0"/>
              <a:t>305250008</a:t>
            </a:r>
          </a:p>
          <a:p>
            <a:r>
              <a:rPr lang="de-DE" sz="1200" dirty="0"/>
              <a:t>305250009</a:t>
            </a:r>
          </a:p>
          <a:p>
            <a:r>
              <a:rPr lang="de-DE" sz="1200" dirty="0"/>
              <a:t>305250010</a:t>
            </a:r>
          </a:p>
          <a:p>
            <a:r>
              <a:rPr lang="de-DE" sz="1200" dirty="0"/>
              <a:t>305250011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305250012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….</a:t>
            </a:r>
          </a:p>
        </p:txBody>
      </p:sp>
      <p:cxnSp>
        <p:nvCxnSpPr>
          <p:cNvPr id="4" name="Verbinder: gekrümmt 3">
            <a:extLst>
              <a:ext uri="{FF2B5EF4-FFF2-40B4-BE49-F238E27FC236}">
                <a16:creationId xmlns:a16="http://schemas.microsoft.com/office/drawing/2014/main" id="{694378D8-C39A-891F-6133-C6A7F372071E}"/>
              </a:ext>
            </a:extLst>
          </p:cNvPr>
          <p:cNvCxnSpPr>
            <a:cxnSpLocks/>
            <a:endCxn id="13" idx="4"/>
          </p:cNvCxnSpPr>
          <p:nvPr/>
        </p:nvCxnSpPr>
        <p:spPr>
          <a:xfrm rot="10800000" flipV="1">
            <a:off x="5935355" y="2208361"/>
            <a:ext cx="617757" cy="149283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1E59EA17-F260-DA9B-E44E-EE5710FEC8AA}"/>
              </a:ext>
            </a:extLst>
          </p:cNvPr>
          <p:cNvSpPr txBox="1"/>
          <p:nvPr/>
        </p:nvSpPr>
        <p:spPr>
          <a:xfrm>
            <a:off x="4258345" y="3043901"/>
            <a:ext cx="319910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305250001 =&gt; </a:t>
            </a:r>
            <a:r>
              <a:rPr lang="de-DE" sz="1200" dirty="0" err="1"/>
              <a:t>firmware</a:t>
            </a:r>
            <a:r>
              <a:rPr lang="de-DE" sz="1200" dirty="0"/>
              <a:t> </a:t>
            </a:r>
            <a:r>
              <a:rPr lang="de-DE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10.26 </a:t>
            </a:r>
          </a:p>
          <a:p>
            <a:r>
              <a:rPr lang="de-DE" sz="1200" dirty="0"/>
              <a:t>305250002 =&gt; </a:t>
            </a:r>
            <a:r>
              <a:rPr lang="de-DE" sz="1200" dirty="0" err="1"/>
              <a:t>firmware</a:t>
            </a:r>
            <a:r>
              <a:rPr lang="de-DE" sz="1200" dirty="0"/>
              <a:t> </a:t>
            </a:r>
            <a:r>
              <a:rPr lang="de-DE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10.26 </a:t>
            </a:r>
          </a:p>
          <a:p>
            <a:r>
              <a:rPr lang="de-DE" sz="1200" dirty="0"/>
              <a:t>305250003</a:t>
            </a:r>
          </a:p>
          <a:p>
            <a:r>
              <a:rPr lang="de-DE" sz="1200" dirty="0"/>
              <a:t>305250004</a:t>
            </a:r>
          </a:p>
          <a:p>
            <a:r>
              <a:rPr lang="de-DE" sz="1200" dirty="0"/>
              <a:t>305250005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305250006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305250007</a:t>
            </a:r>
          </a:p>
          <a:p>
            <a:r>
              <a:rPr lang="de-DE" sz="1200" dirty="0"/>
              <a:t>305250008</a:t>
            </a:r>
          </a:p>
          <a:p>
            <a:r>
              <a:rPr lang="de-DE" sz="1200" dirty="0"/>
              <a:t>305250009</a:t>
            </a:r>
          </a:p>
          <a:p>
            <a:r>
              <a:rPr lang="de-DE" sz="1200" dirty="0"/>
              <a:t>305250010</a:t>
            </a:r>
          </a:p>
          <a:p>
            <a:r>
              <a:rPr lang="de-DE" sz="1200" dirty="0"/>
              <a:t>305250011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305250012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….</a:t>
            </a:r>
          </a:p>
        </p:txBody>
      </p:sp>
      <p:sp>
        <p:nvSpPr>
          <p:cNvPr id="12" name="Denkblase: wolkenförmig 11">
            <a:extLst>
              <a:ext uri="{FF2B5EF4-FFF2-40B4-BE49-F238E27FC236}">
                <a16:creationId xmlns:a16="http://schemas.microsoft.com/office/drawing/2014/main" id="{0EEB7714-9BDB-9E34-5956-B11519CE8006}"/>
              </a:ext>
            </a:extLst>
          </p:cNvPr>
          <p:cNvSpPr/>
          <p:nvPr/>
        </p:nvSpPr>
        <p:spPr>
          <a:xfrm>
            <a:off x="9203316" y="909135"/>
            <a:ext cx="2857500" cy="774700"/>
          </a:xfrm>
          <a:prstGeom prst="cloudCallout">
            <a:avLst>
              <a:gd name="adj1" fmla="val 48056"/>
              <a:gd name="adj2" fmla="val 1004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49CA7C6-2630-6DE9-9007-855CF19109AA}"/>
              </a:ext>
            </a:extLst>
          </p:cNvPr>
          <p:cNvSpPr/>
          <p:nvPr/>
        </p:nvSpPr>
        <p:spPr>
          <a:xfrm>
            <a:off x="2976225" y="54723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tabLst>
                <a:tab pos="36000" algn="l"/>
              </a:tabLst>
            </a:pPr>
            <a:r>
              <a:rPr lang="de-DE" sz="800" dirty="0" err="1"/>
              <a:t>Pulser</a:t>
            </a:r>
            <a:endParaRPr lang="de-DE" sz="800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23EDA3CB-F587-91D5-9707-483D5FA14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359" y="611654"/>
            <a:ext cx="166165" cy="174914"/>
          </a:xfrm>
          <a:prstGeom prst="rect">
            <a:avLst/>
          </a:prstGeom>
        </p:spPr>
      </p:pic>
      <p:cxnSp>
        <p:nvCxnSpPr>
          <p:cNvPr id="18" name="Verbinder: gekrümmt 17">
            <a:extLst>
              <a:ext uri="{FF2B5EF4-FFF2-40B4-BE49-F238E27FC236}">
                <a16:creationId xmlns:a16="http://schemas.microsoft.com/office/drawing/2014/main" id="{F105DA40-A2C9-B352-B3A3-4A3339272068}"/>
              </a:ext>
            </a:extLst>
          </p:cNvPr>
          <p:cNvCxnSpPr>
            <a:cxnSpLocks/>
            <a:stCxn id="16" idx="2"/>
            <a:endCxn id="21" idx="0"/>
          </p:cNvCxnSpPr>
          <p:nvPr/>
        </p:nvCxnSpPr>
        <p:spPr>
          <a:xfrm rot="16200000" flipH="1">
            <a:off x="4543477" y="-281565"/>
            <a:ext cx="1097465" cy="3593258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hteck 20">
            <a:extLst>
              <a:ext uri="{FF2B5EF4-FFF2-40B4-BE49-F238E27FC236}">
                <a16:creationId xmlns:a16="http://schemas.microsoft.com/office/drawing/2014/main" id="{18D67303-DDAF-DECE-AA32-03B1F6D1F147}"/>
              </a:ext>
            </a:extLst>
          </p:cNvPr>
          <p:cNvSpPr/>
          <p:nvPr/>
        </p:nvSpPr>
        <p:spPr>
          <a:xfrm>
            <a:off x="6569483" y="2063797"/>
            <a:ext cx="638710" cy="4191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</p:spTree>
    <p:extLst>
      <p:ext uri="{BB962C8B-B14F-4D97-AF65-F5344CB8AC3E}">
        <p14:creationId xmlns:p14="http://schemas.microsoft.com/office/powerpoint/2010/main" val="1477588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E1720E32-2778-FD76-0980-00056407BC3A}"/>
              </a:ext>
            </a:extLst>
          </p:cNvPr>
          <p:cNvSpPr/>
          <p:nvPr/>
        </p:nvSpPr>
        <p:spPr>
          <a:xfrm>
            <a:off x="1959932" y="968608"/>
            <a:ext cx="2691267" cy="177209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3" name="Zylinder 12">
            <a:extLst>
              <a:ext uri="{FF2B5EF4-FFF2-40B4-BE49-F238E27FC236}">
                <a16:creationId xmlns:a16="http://schemas.microsoft.com/office/drawing/2014/main" id="{C8423EF7-D917-5A05-27C5-620DD8ECFD75}"/>
              </a:ext>
            </a:extLst>
          </p:cNvPr>
          <p:cNvSpPr/>
          <p:nvPr/>
        </p:nvSpPr>
        <p:spPr>
          <a:xfrm>
            <a:off x="4401124" y="2072241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OperationalDS</a:t>
            </a:r>
          </a:p>
        </p:txBody>
      </p:sp>
      <p:sp>
        <p:nvSpPr>
          <p:cNvPr id="14" name="Scrollen: vertikal 13">
            <a:extLst>
              <a:ext uri="{FF2B5EF4-FFF2-40B4-BE49-F238E27FC236}">
                <a16:creationId xmlns:a16="http://schemas.microsoft.com/office/drawing/2014/main" id="{BA8710C2-0A0E-D6F0-2889-9C9559293FE4}"/>
              </a:ext>
            </a:extLst>
          </p:cNvPr>
          <p:cNvSpPr/>
          <p:nvPr/>
        </p:nvSpPr>
        <p:spPr>
          <a:xfrm>
            <a:off x="2835855" y="3137674"/>
            <a:ext cx="1609724" cy="1303020"/>
          </a:xfrm>
          <a:prstGeom prst="verticalScroll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</a:rPr>
              <a:t>CurrentAlarms</a:t>
            </a:r>
            <a:endParaRPr lang="de-DE" sz="1200" dirty="0">
              <a:solidFill>
                <a:schemeClr val="tx1"/>
              </a:solidFill>
            </a:endParaRP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(</a:t>
            </a:r>
            <a:r>
              <a:rPr lang="de-DE" sz="1200" dirty="0" err="1">
                <a:solidFill>
                  <a:schemeClr val="tx1"/>
                </a:solidFill>
              </a:rPr>
              <a:t>ToDo</a:t>
            </a:r>
            <a:r>
              <a:rPr lang="de-DE" sz="1200" dirty="0">
                <a:solidFill>
                  <a:schemeClr val="tx1"/>
                </a:solidFill>
              </a:rPr>
              <a:t>-List)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EDB618E1-5CD5-3BFC-C80E-0CCD290421B2}"/>
              </a:ext>
            </a:extLst>
          </p:cNvPr>
          <p:cNvSpPr txBox="1"/>
          <p:nvPr/>
        </p:nvSpPr>
        <p:spPr>
          <a:xfrm>
            <a:off x="2130034" y="1223111"/>
            <a:ext cx="223744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/>
              <a:t>Monitoring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A0D2CB19-55B0-4F8C-DF98-3EB39F22DBFB}"/>
              </a:ext>
            </a:extLst>
          </p:cNvPr>
          <p:cNvSpPr/>
          <p:nvPr/>
        </p:nvSpPr>
        <p:spPr>
          <a:xfrm>
            <a:off x="2710249" y="1887033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262C802D-440E-E5C6-047D-8E3C7EECB795}"/>
              </a:ext>
            </a:extLst>
          </p:cNvPr>
          <p:cNvSpPr/>
          <p:nvPr/>
        </p:nvSpPr>
        <p:spPr>
          <a:xfrm>
            <a:off x="2901007" y="214091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FEE0BD48-47A5-CACC-EE11-FFD424709B6A}"/>
              </a:ext>
            </a:extLst>
          </p:cNvPr>
          <p:cNvSpPr/>
          <p:nvPr/>
        </p:nvSpPr>
        <p:spPr>
          <a:xfrm>
            <a:off x="3506326" y="222630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53" name="Zylinder 52">
            <a:extLst>
              <a:ext uri="{FF2B5EF4-FFF2-40B4-BE49-F238E27FC236}">
                <a16:creationId xmlns:a16="http://schemas.microsoft.com/office/drawing/2014/main" id="{C6F32473-70BC-F2E9-9019-5981DAD6DD7F}"/>
              </a:ext>
            </a:extLst>
          </p:cNvPr>
          <p:cNvSpPr/>
          <p:nvPr/>
        </p:nvSpPr>
        <p:spPr>
          <a:xfrm>
            <a:off x="583723" y="2107215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RunningDS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A7E4105C-F19B-62F0-0515-938A3EBC60B9}"/>
              </a:ext>
            </a:extLst>
          </p:cNvPr>
          <p:cNvSpPr/>
          <p:nvPr/>
        </p:nvSpPr>
        <p:spPr>
          <a:xfrm>
            <a:off x="3243858" y="1259521"/>
            <a:ext cx="638710" cy="4191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83F15AB-FB62-4BC4-8B1A-69A69C4C9EF2}"/>
              </a:ext>
            </a:extLst>
          </p:cNvPr>
          <p:cNvSpPr txBox="1"/>
          <p:nvPr/>
        </p:nvSpPr>
        <p:spPr>
          <a:xfrm>
            <a:off x="103302" y="3043901"/>
            <a:ext cx="319910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305250001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305250002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305250003</a:t>
            </a:r>
          </a:p>
          <a:p>
            <a:r>
              <a:rPr lang="de-DE" sz="1200" dirty="0"/>
              <a:t>305250004</a:t>
            </a:r>
          </a:p>
          <a:p>
            <a:r>
              <a:rPr lang="de-DE" sz="1200" dirty="0"/>
              <a:t>305250005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305250006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305250007</a:t>
            </a:r>
          </a:p>
          <a:p>
            <a:r>
              <a:rPr lang="de-DE" sz="1200" dirty="0"/>
              <a:t>305250008</a:t>
            </a:r>
          </a:p>
          <a:p>
            <a:r>
              <a:rPr lang="de-DE" sz="1200" dirty="0"/>
              <a:t>305250009</a:t>
            </a:r>
          </a:p>
          <a:p>
            <a:r>
              <a:rPr lang="de-DE" sz="1200" dirty="0"/>
              <a:t>305250010</a:t>
            </a:r>
          </a:p>
          <a:p>
            <a:r>
              <a:rPr lang="de-DE" sz="1200" dirty="0"/>
              <a:t>305250011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305250012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….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408C925-CE21-1DE4-ABA6-F9FD389F0F75}"/>
              </a:ext>
            </a:extLst>
          </p:cNvPr>
          <p:cNvSpPr txBox="1"/>
          <p:nvPr/>
        </p:nvSpPr>
        <p:spPr>
          <a:xfrm>
            <a:off x="5935125" y="860720"/>
            <a:ext cx="319910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305250001 =&gt; </a:t>
            </a:r>
            <a:r>
              <a:rPr lang="de-DE" sz="1200" dirty="0" err="1"/>
              <a:t>firmware</a:t>
            </a:r>
            <a:r>
              <a:rPr lang="de-DE" sz="1200" dirty="0"/>
              <a:t> </a:t>
            </a:r>
            <a:r>
              <a:rPr lang="de-DE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10.26 </a:t>
            </a:r>
          </a:p>
          <a:p>
            <a:r>
              <a:rPr lang="de-DE" sz="1200" dirty="0"/>
              <a:t>305250002 =&gt; </a:t>
            </a:r>
            <a:r>
              <a:rPr lang="de-DE" sz="1200" dirty="0" err="1"/>
              <a:t>firmware</a:t>
            </a:r>
            <a:r>
              <a:rPr lang="de-DE" sz="1200" dirty="0"/>
              <a:t> </a:t>
            </a:r>
            <a:r>
              <a:rPr lang="de-DE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10.26 </a:t>
            </a:r>
            <a:endParaRPr lang="de-DE" sz="1200" dirty="0"/>
          </a:p>
          <a:p>
            <a:r>
              <a:rPr lang="de-DE" sz="1200" dirty="0"/>
              <a:t>305250003</a:t>
            </a:r>
          </a:p>
          <a:p>
            <a:r>
              <a:rPr lang="de-DE" sz="1200" dirty="0"/>
              <a:t>305250004</a:t>
            </a:r>
          </a:p>
          <a:p>
            <a:r>
              <a:rPr lang="de-DE" sz="1200" dirty="0"/>
              <a:t>305250005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305250006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305250007</a:t>
            </a:r>
          </a:p>
          <a:p>
            <a:r>
              <a:rPr lang="de-DE" sz="1200" dirty="0"/>
              <a:t>305250008</a:t>
            </a:r>
          </a:p>
          <a:p>
            <a:r>
              <a:rPr lang="de-DE" sz="1200" dirty="0"/>
              <a:t>305250009</a:t>
            </a:r>
          </a:p>
          <a:p>
            <a:r>
              <a:rPr lang="de-DE" sz="1200" dirty="0"/>
              <a:t>305250010</a:t>
            </a:r>
          </a:p>
          <a:p>
            <a:r>
              <a:rPr lang="de-DE" sz="1200" dirty="0"/>
              <a:t>305250011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305250012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….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B1F3CF2C-9629-7F03-BF98-BB42847C35EC}"/>
              </a:ext>
            </a:extLst>
          </p:cNvPr>
          <p:cNvSpPr txBox="1"/>
          <p:nvPr/>
        </p:nvSpPr>
        <p:spPr>
          <a:xfrm>
            <a:off x="4335571" y="3886841"/>
            <a:ext cx="319910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305250001: </a:t>
            </a:r>
            <a:r>
              <a:rPr lang="de-DE" sz="1200" strike="sngStrike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576</a:t>
            </a:r>
          </a:p>
          <a:p>
            <a:r>
              <a:rPr lang="de-DE" sz="1200" dirty="0"/>
              <a:t>305250002: </a:t>
            </a:r>
            <a:r>
              <a:rPr lang="de-DE" sz="1200" strike="sngStrike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576</a:t>
            </a:r>
            <a:r>
              <a:rPr lang="de-DE" sz="1200" dirty="0"/>
              <a:t> </a:t>
            </a:r>
          </a:p>
          <a:p>
            <a:r>
              <a:rPr lang="de-DE" sz="1200" dirty="0"/>
              <a:t>305250003</a:t>
            </a:r>
          </a:p>
          <a:p>
            <a:r>
              <a:rPr lang="de-DE" sz="1200" dirty="0"/>
              <a:t>305250004</a:t>
            </a:r>
          </a:p>
          <a:p>
            <a:r>
              <a:rPr lang="de-DE" sz="1200" dirty="0"/>
              <a:t>305250005: 576 </a:t>
            </a:r>
          </a:p>
          <a:p>
            <a:r>
              <a:rPr lang="de-DE" sz="1200" dirty="0"/>
              <a:t>305250006: 576 </a:t>
            </a:r>
          </a:p>
          <a:p>
            <a:r>
              <a:rPr lang="de-DE" sz="1200" dirty="0"/>
              <a:t>305250007</a:t>
            </a:r>
          </a:p>
          <a:p>
            <a:r>
              <a:rPr lang="de-DE" sz="1200" dirty="0"/>
              <a:t>305250008</a:t>
            </a:r>
          </a:p>
          <a:p>
            <a:r>
              <a:rPr lang="de-DE" sz="1200" dirty="0"/>
              <a:t>305250009</a:t>
            </a:r>
          </a:p>
          <a:p>
            <a:r>
              <a:rPr lang="de-DE" sz="1200" dirty="0"/>
              <a:t>305250010</a:t>
            </a:r>
          </a:p>
          <a:p>
            <a:r>
              <a:rPr lang="de-DE" sz="1200" dirty="0"/>
              <a:t>305250011: 576 </a:t>
            </a:r>
          </a:p>
          <a:p>
            <a:r>
              <a:rPr lang="de-DE" sz="1200" dirty="0"/>
              <a:t>305250012: 576 </a:t>
            </a:r>
          </a:p>
          <a:p>
            <a:r>
              <a:rPr lang="de-DE" sz="1200" dirty="0"/>
              <a:t>….</a:t>
            </a:r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FB4D17F9-2E3E-3FF2-5C65-59536AE6106C}"/>
              </a:ext>
            </a:extLst>
          </p:cNvPr>
          <p:cNvSpPr/>
          <p:nvPr/>
        </p:nvSpPr>
        <p:spPr>
          <a:xfrm>
            <a:off x="1033125" y="500929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tabLst>
                <a:tab pos="36000" algn="l"/>
              </a:tabLst>
            </a:pPr>
            <a:r>
              <a:rPr lang="de-DE" sz="800" dirty="0" err="1"/>
              <a:t>Pulser</a:t>
            </a:r>
            <a:endParaRPr lang="de-DE" sz="800" dirty="0"/>
          </a:p>
        </p:txBody>
      </p:sp>
      <p:pic>
        <p:nvPicPr>
          <p:cNvPr id="68" name="Grafik 67">
            <a:extLst>
              <a:ext uri="{FF2B5EF4-FFF2-40B4-BE49-F238E27FC236}">
                <a16:creationId xmlns:a16="http://schemas.microsoft.com/office/drawing/2014/main" id="{FCE9BE03-64EE-F967-B541-A6437632B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59" y="565351"/>
            <a:ext cx="166165" cy="174914"/>
          </a:xfrm>
          <a:prstGeom prst="rect">
            <a:avLst/>
          </a:prstGeom>
        </p:spPr>
      </p:pic>
      <p:cxnSp>
        <p:nvCxnSpPr>
          <p:cNvPr id="69" name="Verbinder: gekrümmt 68">
            <a:extLst>
              <a:ext uri="{FF2B5EF4-FFF2-40B4-BE49-F238E27FC236}">
                <a16:creationId xmlns:a16="http://schemas.microsoft.com/office/drawing/2014/main" id="{8DFC19B9-4C4F-D97B-E2CE-C41C4E69DB85}"/>
              </a:ext>
            </a:extLst>
          </p:cNvPr>
          <p:cNvCxnSpPr>
            <a:cxnSpLocks/>
            <a:stCxn id="67" idx="2"/>
            <a:endCxn id="65" idx="0"/>
          </p:cNvCxnSpPr>
          <p:nvPr/>
        </p:nvCxnSpPr>
        <p:spPr>
          <a:xfrm rot="16200000" flipH="1">
            <a:off x="2288100" y="-15592"/>
            <a:ext cx="339492" cy="2210733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Verbinder: gekrümmt 71">
            <a:extLst>
              <a:ext uri="{FF2B5EF4-FFF2-40B4-BE49-F238E27FC236}">
                <a16:creationId xmlns:a16="http://schemas.microsoft.com/office/drawing/2014/main" id="{044AC8E0-3E24-9BF8-3DB7-C2CC3918E82C}"/>
              </a:ext>
            </a:extLst>
          </p:cNvPr>
          <p:cNvCxnSpPr>
            <a:cxnSpLocks/>
            <a:stCxn id="65" idx="2"/>
            <a:endCxn id="44" idx="0"/>
          </p:cNvCxnSpPr>
          <p:nvPr/>
        </p:nvCxnSpPr>
        <p:spPr>
          <a:xfrm rot="16200000" flipH="1">
            <a:off x="3452169" y="1789664"/>
            <a:ext cx="293798" cy="71711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erbinder: gekrümmt 75">
            <a:extLst>
              <a:ext uri="{FF2B5EF4-FFF2-40B4-BE49-F238E27FC236}">
                <a16:creationId xmlns:a16="http://schemas.microsoft.com/office/drawing/2014/main" id="{C076C40B-6D21-7A50-FCE0-57D1E13F0AFB}"/>
              </a:ext>
            </a:extLst>
          </p:cNvPr>
          <p:cNvCxnSpPr>
            <a:cxnSpLocks/>
            <a:stCxn id="53" idx="4"/>
            <a:endCxn id="44" idx="1"/>
          </p:cNvCxnSpPr>
          <p:nvPr/>
        </p:nvCxnSpPr>
        <p:spPr>
          <a:xfrm flipV="1">
            <a:off x="2117953" y="2181969"/>
            <a:ext cx="1197616" cy="210650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Verbinder: gekrümmt 76">
            <a:extLst>
              <a:ext uri="{FF2B5EF4-FFF2-40B4-BE49-F238E27FC236}">
                <a16:creationId xmlns:a16="http://schemas.microsoft.com/office/drawing/2014/main" id="{32F00CAD-0F96-4071-6C61-D8186B5DB78A}"/>
              </a:ext>
            </a:extLst>
          </p:cNvPr>
          <p:cNvCxnSpPr>
            <a:cxnSpLocks/>
            <a:stCxn id="44" idx="1"/>
            <a:endCxn id="53" idx="1"/>
          </p:cNvCxnSpPr>
          <p:nvPr/>
        </p:nvCxnSpPr>
        <p:spPr>
          <a:xfrm rot="10800000">
            <a:off x="1350839" y="2107215"/>
            <a:ext cx="1964731" cy="74754"/>
          </a:xfrm>
          <a:prstGeom prst="curvedConnector4">
            <a:avLst>
              <a:gd name="adj1" fmla="val 30478"/>
              <a:gd name="adj2" fmla="val 40580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hteck 43">
            <a:extLst>
              <a:ext uri="{FF2B5EF4-FFF2-40B4-BE49-F238E27FC236}">
                <a16:creationId xmlns:a16="http://schemas.microsoft.com/office/drawing/2014/main" id="{E8549BA0-4360-9122-59D1-03206E9A579F}"/>
              </a:ext>
            </a:extLst>
          </p:cNvPr>
          <p:cNvSpPr/>
          <p:nvPr/>
        </p:nvSpPr>
        <p:spPr>
          <a:xfrm>
            <a:off x="3315569" y="1972419"/>
            <a:ext cx="638710" cy="4191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cxnSp>
        <p:nvCxnSpPr>
          <p:cNvPr id="75" name="Verbinder: gekrümmt 74">
            <a:extLst>
              <a:ext uri="{FF2B5EF4-FFF2-40B4-BE49-F238E27FC236}">
                <a16:creationId xmlns:a16="http://schemas.microsoft.com/office/drawing/2014/main" id="{B11C8AD3-94DC-0598-68F2-F6B4EE9E2EB6}"/>
              </a:ext>
            </a:extLst>
          </p:cNvPr>
          <p:cNvCxnSpPr>
            <a:cxnSpLocks/>
            <a:stCxn id="13" idx="2"/>
          </p:cNvCxnSpPr>
          <p:nvPr/>
        </p:nvCxnSpPr>
        <p:spPr>
          <a:xfrm rot="10800000">
            <a:off x="3954278" y="2173317"/>
            <a:ext cx="446846" cy="184328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Verbinder: gekrümmt 77">
            <a:extLst>
              <a:ext uri="{FF2B5EF4-FFF2-40B4-BE49-F238E27FC236}">
                <a16:creationId xmlns:a16="http://schemas.microsoft.com/office/drawing/2014/main" id="{B535C1A9-51FA-4E71-9035-8C7B51B8FEBB}"/>
              </a:ext>
            </a:extLst>
          </p:cNvPr>
          <p:cNvCxnSpPr>
            <a:cxnSpLocks/>
            <a:stCxn id="44" idx="3"/>
            <a:endCxn id="13" idx="1"/>
          </p:cNvCxnSpPr>
          <p:nvPr/>
        </p:nvCxnSpPr>
        <p:spPr>
          <a:xfrm flipV="1">
            <a:off x="3954279" y="2072241"/>
            <a:ext cx="1213960" cy="109728"/>
          </a:xfrm>
          <a:prstGeom prst="curvedConnector4">
            <a:avLst>
              <a:gd name="adj1" fmla="val 18404"/>
              <a:gd name="adj2" fmla="val 39930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Verbinder: gekrümmt 86">
            <a:extLst>
              <a:ext uri="{FF2B5EF4-FFF2-40B4-BE49-F238E27FC236}">
                <a16:creationId xmlns:a16="http://schemas.microsoft.com/office/drawing/2014/main" id="{F3004628-F737-54D2-B66F-8D366A47B3F4}"/>
              </a:ext>
            </a:extLst>
          </p:cNvPr>
          <p:cNvCxnSpPr>
            <a:cxnSpLocks/>
            <a:stCxn id="44" idx="2"/>
          </p:cNvCxnSpPr>
          <p:nvPr/>
        </p:nvCxnSpPr>
        <p:spPr>
          <a:xfrm rot="16200000" flipH="1">
            <a:off x="3408036" y="2618407"/>
            <a:ext cx="746155" cy="292378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Verbinder: gewinkelt 90">
            <a:extLst>
              <a:ext uri="{FF2B5EF4-FFF2-40B4-BE49-F238E27FC236}">
                <a16:creationId xmlns:a16="http://schemas.microsoft.com/office/drawing/2014/main" id="{F53CE8AA-F022-6B15-8CCA-8AEB155D9D71}"/>
              </a:ext>
            </a:extLst>
          </p:cNvPr>
          <p:cNvCxnSpPr/>
          <p:nvPr/>
        </p:nvCxnSpPr>
        <p:spPr>
          <a:xfrm>
            <a:off x="8887432" y="3898363"/>
            <a:ext cx="3304568" cy="1468092"/>
          </a:xfrm>
          <a:prstGeom prst="bentConnector3">
            <a:avLst>
              <a:gd name="adj1" fmla="val 423"/>
            </a:avLst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Verbinder: gewinkelt 91">
            <a:extLst>
              <a:ext uri="{FF2B5EF4-FFF2-40B4-BE49-F238E27FC236}">
                <a16:creationId xmlns:a16="http://schemas.microsoft.com/office/drawing/2014/main" id="{FC1F681D-70CD-276D-CFF8-5034BBAFA0EB}"/>
              </a:ext>
            </a:extLst>
          </p:cNvPr>
          <p:cNvCxnSpPr>
            <a:cxnSpLocks/>
          </p:cNvCxnSpPr>
          <p:nvPr/>
        </p:nvCxnSpPr>
        <p:spPr>
          <a:xfrm>
            <a:off x="8887432" y="3807202"/>
            <a:ext cx="3304568" cy="1559253"/>
          </a:xfrm>
          <a:prstGeom prst="bentConnector3">
            <a:avLst>
              <a:gd name="adj1" fmla="val 99534"/>
            </a:avLst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Verbinder: gekrümmt 95">
            <a:extLst>
              <a:ext uri="{FF2B5EF4-FFF2-40B4-BE49-F238E27FC236}">
                <a16:creationId xmlns:a16="http://schemas.microsoft.com/office/drawing/2014/main" id="{3D870E44-95A9-BFCB-F105-CB15FF16484C}"/>
              </a:ext>
            </a:extLst>
          </p:cNvPr>
          <p:cNvCxnSpPr>
            <a:cxnSpLocks/>
            <a:stCxn id="14" idx="3"/>
          </p:cNvCxnSpPr>
          <p:nvPr/>
        </p:nvCxnSpPr>
        <p:spPr>
          <a:xfrm rot="10800000" flipH="1" flipV="1">
            <a:off x="4282702" y="3789183"/>
            <a:ext cx="4604730" cy="524235"/>
          </a:xfrm>
          <a:prstGeom prst="curvedConnector5">
            <a:avLst>
              <a:gd name="adj1" fmla="val 30830"/>
              <a:gd name="adj2" fmla="val -40834"/>
              <a:gd name="adj3" fmla="val 8318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feld 102">
            <a:extLst>
              <a:ext uri="{FF2B5EF4-FFF2-40B4-BE49-F238E27FC236}">
                <a16:creationId xmlns:a16="http://schemas.microsoft.com/office/drawing/2014/main" id="{C701FA8D-961B-E462-480C-7DEB5149ECB8}"/>
              </a:ext>
            </a:extLst>
          </p:cNvPr>
          <p:cNvSpPr txBox="1"/>
          <p:nvPr/>
        </p:nvSpPr>
        <p:spPr>
          <a:xfrm>
            <a:off x="5798333" y="3595831"/>
            <a:ext cx="18901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AlarmClearedNotification</a:t>
            </a:r>
            <a:endParaRPr lang="de-DE" sz="1200" dirty="0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A7039479-4DE6-3492-02B7-B5D24FFF753F}"/>
              </a:ext>
            </a:extLst>
          </p:cNvPr>
          <p:cNvSpPr/>
          <p:nvPr/>
        </p:nvSpPr>
        <p:spPr>
          <a:xfrm>
            <a:off x="9904032" y="4399667"/>
            <a:ext cx="1437623" cy="374321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  <a:alpha val="20000"/>
                </a:schemeClr>
              </a:gs>
              <a:gs pos="46000">
                <a:schemeClr val="accent5">
                  <a:lumMod val="95000"/>
                  <a:lumOff val="5000"/>
                  <a:alpha val="20000"/>
                </a:schemeClr>
              </a:gs>
              <a:gs pos="100000">
                <a:schemeClr val="accent5">
                  <a:lumMod val="60000"/>
                  <a:alpha val="2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rgbClr val="0C3548"/>
                </a:solidFill>
              </a:rPr>
              <a:t>Representation Tool</a:t>
            </a:r>
          </a:p>
        </p:txBody>
      </p:sp>
    </p:spTree>
    <p:extLst>
      <p:ext uri="{BB962C8B-B14F-4D97-AF65-F5344CB8AC3E}">
        <p14:creationId xmlns:p14="http://schemas.microsoft.com/office/powerpoint/2010/main" val="1303016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ced55a7-e3ff-412d-8b16-16c16d29a51e}" enabled="1" method="Privileged" siteId="{9744600e-3e04-492e-baa1-25ec245c6f1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536</Words>
  <Application>Microsoft Office PowerPoint</Application>
  <PresentationFormat>Breitbild</PresentationFormat>
  <Paragraphs>250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</vt:lpstr>
      <vt:lpstr>AutomationArchitecture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Telefónica Germany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Thorsten Heinze</dc:creator>
  <cp:lastModifiedBy>Thorsten Heinze</cp:lastModifiedBy>
  <cp:revision>1</cp:revision>
  <dcterms:created xsi:type="dcterms:W3CDTF">2026-06-23T15:25:35Z</dcterms:created>
  <dcterms:modified xsi:type="dcterms:W3CDTF">2026-07-02T08:57:44Z</dcterms:modified>
</cp:coreProperties>
</file>